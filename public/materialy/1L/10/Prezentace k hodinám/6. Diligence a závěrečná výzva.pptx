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17bc7b573f54910" Type="http://schemas.openxmlformats.org/officeDocument/2006/relationships/officeDocument" Target="ppt/presentation.xml"/><Relationship Id="R767e576b463a4d1a" Type="http://schemas.openxmlformats.org/package/2006/relationships/metadata/core-properties" Target="docProps/core.xml"/><Relationship Id="Rbc4486553ea548c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fc13e123d44a88"/>
  </p:sldMasterIdLst>
  <p:notesMasterIdLst>
    <p:notesMasterId xmlns:r="http://schemas.openxmlformats.org/officeDocument/2006/relationships" r:id="R650b21c5ce1d4882"/>
  </p:notesMasterIdLst>
  <p:sldIdLst>
    <p:sldId xmlns:r="http://schemas.openxmlformats.org/officeDocument/2006/relationships" id="256" r:id="Re83cc589345b4053"/>
    <p:sldId xmlns:r="http://schemas.openxmlformats.org/officeDocument/2006/relationships" id="257" r:id="R5eac0e20dd604ff2"/>
    <p:sldId xmlns:r="http://schemas.openxmlformats.org/officeDocument/2006/relationships" id="258" r:id="R55c373618d4c4e88"/>
    <p:sldId xmlns:r="http://schemas.openxmlformats.org/officeDocument/2006/relationships" id="259" r:id="Rc3c0fbf77ada4ffe"/>
    <p:sldId xmlns:r="http://schemas.openxmlformats.org/officeDocument/2006/relationships" id="260" r:id="R1c7d1a7414e54173"/>
    <p:sldId xmlns:r="http://schemas.openxmlformats.org/officeDocument/2006/relationships" id="261" r:id="Ra656e61f78154912"/>
    <p:sldId xmlns:r="http://schemas.openxmlformats.org/officeDocument/2006/relationships" id="262" r:id="R76ade6fd4e6442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c7d1a7414e54173" Type="http://schemas.openxmlformats.org/officeDocument/2006/relationships/slide" Target="slides/slide5.xml"/><Relationship Id="R55c373618d4c4e88" Type="http://schemas.openxmlformats.org/officeDocument/2006/relationships/slide" Target="slides/slide3.xml"/><Relationship Id="R5eac0e20dd604ff2" Type="http://schemas.openxmlformats.org/officeDocument/2006/relationships/slide" Target="slides/slide2.xml"/><Relationship Id="R650b21c5ce1d4882" Type="http://schemas.openxmlformats.org/officeDocument/2006/relationships/notesMaster" Target="notesMasters/notesMaster1.xml"/><Relationship Id="R76ade6fd4e6442b7" Type="http://schemas.openxmlformats.org/officeDocument/2006/relationships/slide" Target="slides/slide7.xml"/><Relationship Id="Ra656e61f78154912" Type="http://schemas.openxmlformats.org/officeDocument/2006/relationships/slide" Target="slides/slide6.xml"/><Relationship Id="Rad16ef03ac4f476e" Type="http://schemas.openxmlformats.org/officeDocument/2006/relationships/presProps" Target="presProps.xml"/><Relationship Id="Rb2fc13e123d44a88" Type="http://schemas.openxmlformats.org/officeDocument/2006/relationships/slideMaster" Target="slideMasters/slideMaster1.xml"/><Relationship Id="Rbd2c1079208745a4" Type="http://schemas.openxmlformats.org/officeDocument/2006/relationships/tableStyles" Target="tableStyles.xml"/><Relationship Id="Rc3c0fbf77ada4ffe" Type="http://schemas.openxmlformats.org/officeDocument/2006/relationships/slide" Target="slides/slide4.xml"/><Relationship Id="Rdfdd1a709ce84214" Type="http://schemas.openxmlformats.org/officeDocument/2006/relationships/theme" Target="theme/theme1.xml"/><Relationship Id="Re83cc589345b4053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2b6d6c0a921a423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f4c8991057440b1" Type="http://schemas.openxmlformats.org/officeDocument/2006/relationships/slide" Target="../slides/slide1.xml"/><Relationship Id="Rae0ce20c1c55478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fcf9f3b81c143a4" Type="http://schemas.openxmlformats.org/officeDocument/2006/relationships/notesMaster" Target="../notesMasters/notesMaster1.xml"/><Relationship Id="R444705f5a12c460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9892e839ce6465e" Type="http://schemas.openxmlformats.org/officeDocument/2006/relationships/notesMaster" Target="../notesMasters/notesMaster1.xml"/><Relationship Id="R323503295ce0447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00138644fbc4d00" Type="http://schemas.openxmlformats.org/officeDocument/2006/relationships/slide" Target="../slides/slide4.xml"/><Relationship Id="R6b472f5d346a432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bf5f6aaf806415a" Type="http://schemas.openxmlformats.org/officeDocument/2006/relationships/notesMaster" Target="../notesMasters/notesMaster1.xml"/><Relationship Id="Rb0e7387efb4246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9ebee53626642dd" Type="http://schemas.openxmlformats.org/officeDocument/2006/relationships/notesMaster" Target="../notesMasters/notesMaster1.xml"/><Relationship Id="Rec46df6444c64cf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9f298be863747e1" Type="http://schemas.openxmlformats.org/officeDocument/2006/relationships/notesMaster" Target="../notesMasters/notesMaster1.xml"/><Relationship Id="R5cebd8ff537f461d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Propojím 4D v krátkém doloženém procesu, který chrání data, respektuje práva a přiznává roli AI.</a:t>
            </a:r>
          </a:p>
          <a:p xmlns:a="http://schemas.openxmlformats.org/drawingml/2006/main">
            <a:r>
              <a:t>Podklady: 06_eticke_a_pravni_situace.csv, 06_zaverecna_vyzva.txt</a:t>
            </a:r>
          </a:p>
          <a:p xmlns:a="http://schemas.openxmlformats.org/drawingml/2006/main">
            <a:r>
              <a:t>Výstup: Miniportfolio: výsledek, delegační plán, tři prompty, ověření tvrzení, prohlášení o AI a osobní pravidla.</a:t>
            </a:r>
          </a:p>
          <a:p xmlns:a="http://schemas.openxmlformats.org/drawingml/2006/main">
            <a:r>
              <a:t>Před začátkem ověřte, že studenti mají otevřený digitální pracovní sešit a potřebné soubory.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Řekněte nahlas (cca 20 s): Učíme se postup, ne jedno tlačítko. Copilot je ukázka, protože ho škola poskytuje; stejný postup funguje i v jiném AI asistentovi. Podrobnosti pro učitele: příloha Přenesení hodin 4–6 na jiný AI nástroj.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0–7 minut.</a:t>
            </a:r>
          </a:p>
          <a:p xmlns:a="http://schemas.openxmlformats.org/drawingml/2006/main">
            <a:r>
              <a:t>Postup: Studenti posuzují soukromí, práva, dopad a odpovědnost na přidělených scénářích.</a:t>
            </a:r>
          </a:p>
          <a:p xmlns:a="http://schemas.openxmlformats.org/drawingml/2006/main">
            <a:r>
              <a:t>Úvodní otázka: Jak dokážeš, že jsi AI nepoužil/a jen rychle, ale také bezpečně a dobře?</a:t>
            </a:r>
          </a:p>
          <a:p xmlns:a="http://schemas.openxmlformats.org/drawingml/2006/main">
            <a:r>
              <a:t>Neprozrazujte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7–12 minut.</a:t>
            </a:r>
          </a:p>
          <a:p xmlns:a="http://schemas.openxmlformats.org/drawingml/2006/main">
            <a:r>
              <a:t>Postup: Připomeňte, že se hodnotí výsledek, proces i reflexe.</a:t>
            </a:r>
          </a:p>
          <a:p xmlns:a="http://schemas.openxmlformats.org/drawingml/2006/main">
            <a:r>
              <a:t>Klíčové body: Diligence: Používáme jen nezbytná data, respektujeme práva a zachováváme lidskou odpovědnost. | Transparentnost: Konkrétně uvedeme, k čemu AI pomohla, co změnil člověk a jak výsledek ověřil. | 4D: Kvalitní práce propojuje vědomé delegování, jasné zadání, kritické posouzení a odpovědnost.</a:t>
            </a:r>
          </a:p>
          <a:p xmlns:a="http://schemas.openxmlformats.org/drawingml/2006/main">
            <a:r>
              <a:t>Po každém pojmu vyžádejte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06_eticke_a_pravni_situace.csv, 06_zaverecna_vyzva.txt</a:t>
            </a:r>
          </a:p>
          <a:p xmlns:a="http://schemas.openxmlformats.org/drawingml/2006/main">
            <a:r>
              <a:t>1. V souboru 06_eticke_a_pravni_situace.csv vyřeš čtyři přidělené situace a jeden rizikový prompt přeformuluj.</a:t>
            </a:r>
          </a:p>
          <a:p xmlns:a="http://schemas.openxmlformats.org/drawingml/2006/main">
            <a:r>
              <a:t>2. Ze souboru 06_zaverecna_vyzva.txt vyber variantu a před otevřením Copilotu napiš delegační plán.</a:t>
            </a:r>
          </a:p>
          <a:p xmlns:a="http://schemas.openxmlformats.org/drawingml/2006/main">
            <a:r>
              <a:t>3. Vytvoř první prompt a dvě cílené iterace; ověř nejdůležitější tvrzení a proveď audit dat, práv a transparentnosti.</a:t>
            </a:r>
          </a:p>
          <a:p xmlns:a="http://schemas.openxmlformats.org/drawingml/2006/main">
            <a:r>
              <a:t>4. Odevzdej miniportfolio, stručné prohlášení o roli AI a tři osobní zásady pro další práci.</a:t>
            </a:r>
          </a:p>
          <a:p xmlns:a="http://schemas.openxmlformats.org/drawingml/2006/main">
            <a:r>
              <a:t>Požadovaný výstup: Miniportfolio: výsledek, delegační plán, tři prompty, ověření tvrzení, prohlášení o AI a osobní pravidla.</a:t>
            </a:r>
          </a:p>
          <a:p xmlns:a="http://schemas.openxmlformats.org/drawingml/2006/main">
            <a:r>
              <a:t>Během práce pomáhejte otázkami, nepřebírejte myš ani tvorbu promptu. Vyžadujte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Portfolio obsahuje důkazy Delegation, Description, Discernment a Diligence a student obhájí dvě vlastní volby.</a:t>
            </a:r>
          </a:p>
          <a:p xmlns:a="http://schemas.openxmlformats.org/drawingml/2006/main">
            <a:r>
              <a:t>Vodicí otázky: Které rozhodnutí je v miniportfoliu prokazatelně tvoje? | Jaký důkaz nejvíce zvýšil důvěryhodnost výsledku? | Který údaj nebo obsah bylo nutné odstranit, nahradit nebo chránit?</a:t>
            </a:r>
          </a:p>
          <a:p xmlns:a="http://schemas.openxmlformats.org/drawingml/2006/main">
            <a:r>
              <a:t>Podpora: Zmenšená varianta obsahuje jeden výstup, dvě iterace, jedno ověřené tvrzení a jedno prohlášení.</a:t>
            </a:r>
          </a:p>
          <a:p xmlns:a="http://schemas.openxmlformats.org/drawingml/2006/main">
            <a:r>
              <a:t>Rozšíření: Vytvoř krátký návod pro spolužáka, jak použít 4D při dalším školním úkolu.</a:t>
            </a:r>
          </a:p>
          <a:p xmlns:a="http://schemas.openxmlformats.org/drawingml/2006/main">
            <a:r>
              <a:t>Proveďte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Delegation a Description: Záznam dokládá vědomé rozdělení rolí a jasné zadání s kritérii. | Discernment: Klíčové tvrzení má věcnou oporu a revize reaguje na konkrétní problém. | Diligence: Data jsou minimalizována, práva zohledněna a role AI transparentně popsána.</a:t>
            </a:r>
          </a:p>
          <a:p xmlns:a="http://schemas.openxmlformats.org/drawingml/2006/main">
            <a:r>
              <a:t>Časté omyly: „Dobrý finální text stačí.“ → Hodnocení vyžaduje také doklad procesu, ověření a reflexi. | „Stačí napsat vytvořeno AI.“ → Požadujte konkrétní roli AI, lidské změny, způsob ověření a odpovědnost.</a:t>
            </a:r>
          </a:p>
          <a:p xmlns:a="http://schemas.openxmlformats.org/drawingml/2006/main">
            <a:r>
              <a:t>Nečtěte řešení slovo od slova. Porovnejte dva studentské postupy a nechte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Napiš jedno osobní pravidlo, které ti pomůže zachovat vlastní úsudek při práci s AI.</a:t>
            </a:r>
          </a:p>
          <a:p xmlns:a="http://schemas.openxmlformats.org/drawingml/2006/main">
            <a:r>
              <a:t>Když technika selže: Použijte připravené modelové výstupy a vytvořte kompletní proces revize bez živé AI.</a:t>
            </a:r>
          </a:p>
          <a:p xmlns:a="http://schemas.openxmlformats.org/drawingml/2006/main">
            <a:r>
              <a:t>Odpovědi použijte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101ad00901e45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a23c4281d4b49df" Type="http://schemas.openxmlformats.org/officeDocument/2006/relationships/slideLayout" Target="../slideLayouts/slideLayout1.xml"/><Relationship Id="Rc715b27d5fbe402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3c4281d4b49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bbc6a9d9d344ae4" Type="http://schemas.openxmlformats.org/officeDocument/2006/relationships/notesSlide" Target="../notesSlides/notesSlide1.xml"/><Relationship Id="Rc1ebbf41845441b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0418dfb7fc04690" Type="http://schemas.openxmlformats.org/officeDocument/2006/relationships/notesSlide" Target="../notesSlides/notesSlide2.xml"/><Relationship Id="Rc0ffb6c927dc46b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26e37e1f45a4826" Type="http://schemas.openxmlformats.org/officeDocument/2006/relationships/slideLayout" Target="../slideLayouts/slideLayout1.xml"/><Relationship Id="R77b66477d4e14ab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1182af0180c424c" Type="http://schemas.openxmlformats.org/officeDocument/2006/relationships/slideLayout" Target="../slideLayouts/slideLayout1.xml"/><Relationship Id="Rfbced6694a5f418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94be2afa9acd4455" Type="http://schemas.openxmlformats.org/officeDocument/2006/relationships/notesSlide" Target="../notesSlides/notesSlide5.xml"/><Relationship Id="Raa26a9181c7b4ae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8eda002a42e4e35" Type="http://schemas.openxmlformats.org/officeDocument/2006/relationships/slideLayout" Target="../slideLayouts/slideLayout1.xml"/><Relationship Id="Red635b4c48b948f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5333722b914aff" Type="http://schemas.openxmlformats.org/officeDocument/2006/relationships/slideLayout" Target="../slideLayouts/slideLayout1.xml"/><Relationship Id="R8495fc8da2ad4bf9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FFBDA9D-F55A-4702-83FD-F39D690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4D8DF2CA-34A2-4D6C-A049-E06C5FD4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HODINA 6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2DD1B23B-8141-4C14-9095-41FBE99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FLUENCY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DEF2D25C-A338-4EF8-B1F9-4783009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Diligence a závěrečná AI Fluency výzva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4814A0B0-74A0-404E-B3EC-2939F23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Propojím 4D v krátkém doloženém procesu, který chrání data, respektuje práva a přiznává roli AI.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5DED3E4A-0F0D-4C6E-A894-A7DCFA3C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5A94CE6E-146E-4743-81F9-5720200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3813D4A8-79A3-42F0-90F1-61E057FD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0CD9926D-4A4D-4F87-9BBA-C8E697EC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06440"/>
            <a:ext cx="94183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Učíme se postup, ne jedno tlačítko. Copilot je tady jako ukázka — stejný postup zvládneš i v jiném AI asistentovi.</a:t>
            </a:r>
          </a:p>
        </p:txBody>
      </p:sp>
    </p:spTree>
    <p:extLst>
      <p:ext uri="{BB962C8B-B14F-4D97-AF65-F5344CB8AC3E}">
        <p14:creationId xmlns:p14="http://schemas.microsoft.com/office/powerpoint/2010/main" val="1588789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B776900-93C7-4127-B43C-2905ADA2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0–7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2537E15-E201-49F0-8701-BAAEA75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56847A2-2080-4B59-B2D6-C9AE739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26EBF3C8-C8B2-4A21-A065-9D14DED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EBFAE2EB-6E5D-4773-BD17-9D68728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6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2DADA9D4-4581-4941-95E9-5810528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Jak dokážeš, že jsi AI nepoužil/a jen rychle, ale také bezpečně a dobře?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E81172ED-0F7F-4973-8AD1-96FD099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3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04169695-910F-4DA6-A435-F56B1E0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547B32ED-7199-41A4-96AC-54F58FD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C667C91D-FEB2-4987-A88E-8157DA4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DBE45BF0-EAA2-4C6A-B758-A42ECB8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6A50D10F-157E-4F70-84BD-1023D44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7207831C-60B8-4DBB-BF0F-53322598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718D9B9C-8582-4716-8B43-66111D11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62FF586F-2BEF-4C42-94B8-115B074B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815432F5-3648-4353-BA40-3311779E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1199314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A5AAC5B-86AF-4749-A634-11413814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7–12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0F2BEF9B-5DD3-403C-8373-AB74FE62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1C84A24-6D3E-4D84-84A5-B0482CE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E5D6863-5B5D-4B31-A753-F256A07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D49BEB86-3C74-47C2-949B-730BBBF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6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8F011140-95D4-4D1D-ADAA-DABD048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510C4C1D-16BC-4C55-B234-F4C06CC2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Diligence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4DA6A485-43CF-46E9-A53F-FFEF9FEF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Používáme jen nezbytná data, respektujeme práva a zachováváme lidskou odpovědnost.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B117FC75-46BE-4254-B936-521479F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B960FEC4-FD1C-4D04-82D5-68DFAEB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Transparentnost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1B55C4F1-C8E5-4E38-991C-FA17680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Konkrétně uvedeme, k čemu AI pomohla, co změnil člověk a jak výsledek ověřil.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79A87A28-A593-4233-8D38-10E2C439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0C050337-1E5E-4D5E-983A-B78BC15A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4D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BCCB2D7B-F0E5-47BA-A9EA-2BD8B4D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Kvalitní práce propojuje vědomé delegování, jasné zadání, kritické posouzení a odpovědnost.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D1F0BFD5-3EAB-41DF-A0D9-B9453AE4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0CD9926D-4A4D-4F87-9BBA-C8E697EC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AI rozšiřuje možnosti; lidský úsudek určuje cíl, kontrolu a použití.</a:t>
            </a:r>
          </a:p>
        </p:txBody>
      </p:sp>
    </p:spTree>
    <p:extLst>
      <p:ext uri="{BB962C8B-B14F-4D97-AF65-F5344CB8AC3E}">
        <p14:creationId xmlns:p14="http://schemas.microsoft.com/office/powerpoint/2010/main" val="1318116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1212EC8D-B37F-4540-8D89-A5DE6D3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F62F406C-E072-49AD-8FDC-79D4CAA2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9BD0C27F-6D9C-4BC2-BDE8-AD04EC8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52DE5207-3981-4E0A-921A-FB44C5C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F9600DA9-4383-49DE-9A79-99FE22C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6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BF080493-DEAB-462C-987E-CB3A3551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F809D559-AED3-4006-B76B-4969D95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06_eticke_a_pravni_situace.csv · 06_zaverecna_vyzva.txt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62502AAC-776B-45AC-8729-ABFF9F5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36498703-0E15-4AD0-921E-567F569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FFD9D41C-7EEA-430E-8EE5-E4F4BAC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souboru 06_eticke_a_pravni_situace.csv vyřeš čtyři přidělené situace a jeden rizikový prompt přeformuluj.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A2DA751D-7D54-4672-AD52-F83BF05D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E3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805FFC38-F191-4B1A-8DEE-360759C1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7E48B7DF-BF92-4846-8039-3FB94A7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Ze souboru 06_zaverecna_vyzva.txt vyber variantu a před otevřením Copilotu napiš delegační plán.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0223999E-1680-41B0-806A-E6753EC0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73BD5ACA-07F3-4B21-A262-12788B5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0A09742E-997D-4046-BE5F-6C4E7A6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Vytvoř první prompt a dvě cílené iterace; ověř nejdůležitější tvrzení a proveď audit dat, práv a transparentnosti.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05C2599B-6E2E-4B0F-98FB-D7AEBB9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4F60B195-3052-46A3-8A50-61E934D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71CB84A0-062C-4B8B-BB9D-419405C4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Odevzdej miniportfolio, stručné prohlášení o roli AI a tři osobní zásady pro další práci.</a:t>
            </a:r>
          </a:p>
        </p:txBody>
      </p:sp>
    </p:spTree>
    <p:extLst>
      <p:ext uri="{BB962C8B-B14F-4D97-AF65-F5344CB8AC3E}">
        <p14:creationId xmlns:p14="http://schemas.microsoft.com/office/powerpoint/2010/main" val="961792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902308E8-0860-4D96-914E-43E8E35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C26D52A3-4B32-4EA0-B76E-0CF5E419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D74F36B-E434-4D18-930A-1947165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7B18F13-E5F9-4F4E-90A6-A5FE24D4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D638A0DB-1DF7-4825-B845-4BAC36B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6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22F2A5B1-6A49-4CAD-A495-929AE77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5B20A98E-C95D-4410-AA96-3262CB31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58C0A2C0-91A5-4DE2-A9B7-D8AE421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0B074F9C-39BA-4840-8177-609B0BB3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Portfolio obsahuje důkazy Delegation, Description, Discernment a Diligence a student obhájí dvě vlastní volby.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40BB0754-67F1-435E-A07C-768F290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368FF484-22C8-4CBE-AFD8-0607944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15E4EEB4-A63E-47E5-9A60-EB8A1D2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E267BFF2-1553-4A7C-8289-610C5C4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Které rozhodnutí je v miniportfoliu prokazatelně tvoje?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7F1CB325-E42F-45B9-AF06-6B55FF9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FEA3B513-1FDD-4540-A22D-6D07105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50685887-8B8E-42EE-9D6E-DE2C6E7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C163B75A-4C72-4142-9B72-6B82D68F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Jaký důkaz nejvíce zvýšil důvěryhodnost výsledku?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141A7AED-C2C9-4F53-A2B7-1F8BF34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2C74D4D7-CA69-4962-BC6E-C721BA6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C64CFF31-2856-4E0F-88F7-62CA3D01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7A879609-68DB-4619-881C-49A6F3AA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Který údaj nebo obsah bylo nutné odstranit, nahradit nebo chránit?</a:t>
            </a:r>
          </a:p>
        </p:txBody>
      </p:sp>
    </p:spTree>
    <p:extLst>
      <p:ext uri="{BB962C8B-B14F-4D97-AF65-F5344CB8AC3E}">
        <p14:creationId xmlns:p14="http://schemas.microsoft.com/office/powerpoint/2010/main" val="1193113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15BC1522-EF17-4EA6-8C13-5FE076D7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36–41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363DA62-499B-4F19-800C-92C450E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B33E667-2AEA-42FC-8A9B-327E98AD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F062A65-3245-4262-AE1E-E3B2B8D4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0071CEA7-141C-405E-949A-B117D90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6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7D92DA86-CE2F-4AD3-B379-B8F53A39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2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Delegation a Description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E062314E-70DB-48B3-B2E6-8BA51B4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Záznam dokládá vědomé rozdělení rolí a jasné zadání s kritérii.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A62A401F-FFAD-494C-88A0-20086744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Discernment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C8A423D0-D63B-4327-BC0C-E3D2E6D9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Klíčové tvrzení má věcnou oporu a revize reaguje na konkrétní problém.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9804BEFA-8080-4F33-90DD-6A6C8FDE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Diligence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FDF9246D-EF7A-499B-B06C-8E1FAFC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Data jsou minimalizována, práva zohledněna a role AI transparentně popsána.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2F8019E6-5F8A-43C9-89CD-0887A91B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3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D87A112A-C349-434C-A9BC-9F53B3AC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CF3E7A70-49B0-4388-99A1-C397E53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„Dobrý finální text stačí.“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8C92165E-9B7D-44C1-AEB1-70D67CC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Hodnocení vyžaduje také doklad procesu, ověření a reflexi.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96A625CD-FB95-4BCE-A5AB-93312A1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1008705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2A07793-73DC-4FEC-803C-FACD8E4C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ED4A1F01-5434-4E14-92EC-30D8DCF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HODINA 6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29912421-2DD2-457B-B807-A6C2622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3513EFED-8B5C-43B1-9FC2-0805791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jedno osobní pravidlo, které ti pomůže zachovat vlastní úsudek při práci s AI.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33FD6BB5-EE91-4B87-9633-6678916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6D48767A-037A-47C8-BDA6-4550252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3AC99355-58AF-4663-82CA-46D5487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0B7B91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7702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2026-07-24T15:48:10.7230000Z</dcterms:created>
  <dcterms:modified xsi:type="dcterms:W3CDTF">2026-07-24T15:48:10.7230000Z</dcterms:modified>
</coreProperties>
</file>