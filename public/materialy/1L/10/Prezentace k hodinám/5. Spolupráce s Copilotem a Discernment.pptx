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d8d75e14f9e47a4" Type="http://schemas.openxmlformats.org/package/2006/relationships/metadata/core-properties" Target="docProps/core.xml"/><Relationship Id="R5df49c8c94d64896" Type="http://schemas.openxmlformats.org/officeDocument/2006/relationships/officeDocument" Target="ppt/presentation.xml"/><Relationship Id="Rb285fe147af04b0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905e92ac184563"/>
  </p:sldMasterIdLst>
  <p:notesMasterIdLst>
    <p:notesMasterId xmlns:r="http://schemas.openxmlformats.org/officeDocument/2006/relationships" r:id="Rc694505b255242af"/>
  </p:notesMasterIdLst>
  <p:sldIdLst>
    <p:sldId xmlns:r="http://schemas.openxmlformats.org/officeDocument/2006/relationships" id="256" r:id="Rea20bed48657453d"/>
    <p:sldId xmlns:r="http://schemas.openxmlformats.org/officeDocument/2006/relationships" id="257" r:id="R1ad31782e1884eef"/>
    <p:sldId xmlns:r="http://schemas.openxmlformats.org/officeDocument/2006/relationships" id="258" r:id="R56f1fe58bef441d1"/>
    <p:sldId xmlns:r="http://schemas.openxmlformats.org/officeDocument/2006/relationships" id="259" r:id="R8daf5ecc2f664747"/>
    <p:sldId xmlns:r="http://schemas.openxmlformats.org/officeDocument/2006/relationships" id="260" r:id="R9193793be91f4f75"/>
    <p:sldId xmlns:r="http://schemas.openxmlformats.org/officeDocument/2006/relationships" id="261" r:id="Rdb9c000df34d424f"/>
    <p:sldId xmlns:r="http://schemas.openxmlformats.org/officeDocument/2006/relationships" id="262" r:id="R93117695a2a7412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ad31782e1884eef" Type="http://schemas.openxmlformats.org/officeDocument/2006/relationships/slide" Target="slides/slide2.xml"/><Relationship Id="R3c8aa509179d402d" Type="http://schemas.openxmlformats.org/officeDocument/2006/relationships/presProps" Target="presProps.xml"/><Relationship Id="R56f1fe58bef441d1" Type="http://schemas.openxmlformats.org/officeDocument/2006/relationships/slide" Target="slides/slide3.xml"/><Relationship Id="R7d905e92ac184563" Type="http://schemas.openxmlformats.org/officeDocument/2006/relationships/slideMaster" Target="slideMasters/slideMaster1.xml"/><Relationship Id="R8daf5ecc2f664747" Type="http://schemas.openxmlformats.org/officeDocument/2006/relationships/slide" Target="slides/slide4.xml"/><Relationship Id="R9193793be91f4f75" Type="http://schemas.openxmlformats.org/officeDocument/2006/relationships/slide" Target="slides/slide5.xml"/><Relationship Id="R93117695a2a74120" Type="http://schemas.openxmlformats.org/officeDocument/2006/relationships/slide" Target="slides/slide7.xml"/><Relationship Id="Rb4f99580795d4629" Type="http://schemas.openxmlformats.org/officeDocument/2006/relationships/theme" Target="theme/theme1.xml"/><Relationship Id="Rb90c462571cd4abd" Type="http://schemas.openxmlformats.org/officeDocument/2006/relationships/tableStyles" Target="tableStyles.xml"/><Relationship Id="Rc694505b255242af" Type="http://schemas.openxmlformats.org/officeDocument/2006/relationships/notesMaster" Target="notesMasters/notesMaster1.xml"/><Relationship Id="Rdb9c000df34d424f" Type="http://schemas.openxmlformats.org/officeDocument/2006/relationships/slide" Target="slides/slide6.xml"/><Relationship Id="Rea20bed48657453d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98c606f29080476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e0f542e52d246bc" Type="http://schemas.openxmlformats.org/officeDocument/2006/relationships/slide" Target="../slides/slide1.xml"/><Relationship Id="Rdc291c5f1daf459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eeaa54ab83ed4344" Type="http://schemas.openxmlformats.org/officeDocument/2006/relationships/slide" Target="../slides/slide2.xml"/><Relationship Id="Rfd99ad1501974d5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07d9431ecd6d4641" Type="http://schemas.openxmlformats.org/officeDocument/2006/relationships/notesMaster" Target="../notesMasters/notesMaster1.xml"/><Relationship Id="R492144a4f9ad4ae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3b17a088ddc437e" Type="http://schemas.openxmlformats.org/officeDocument/2006/relationships/notesMaster" Target="../notesMasters/notesMaster1.xml"/><Relationship Id="R85cb4bed1bb342e7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811c56851b3845cb" Type="http://schemas.openxmlformats.org/officeDocument/2006/relationships/notesMaster" Target="../notesMasters/notesMaster1.xml"/><Relationship Id="R844dd2252f64449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c25f27ad72ab4115" Type="http://schemas.openxmlformats.org/officeDocument/2006/relationships/slide" Target="../slides/slide6.xml"/><Relationship Id="Rf62d3b52489c461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f30cb7c9d6c4bba" Type="http://schemas.openxmlformats.org/officeDocument/2006/relationships/slide" Target="../slides/slide7.xml"/><Relationship Id="R5bd564a3993b49f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Vedu iterativní práci nad dodaným zdrojem a kriticky posoudím fakta, logiku, relevanci a omezení výstupu.</a:t>
            </a:r>
          </a:p>
          <a:p xmlns:a="http://schemas.openxmlformats.org/drawingml/2006/main">
            <a:r>
              <a:t>Podklady: 5. Zdrojový balíček - rekuperace.txt, 5. Výstup k opravě.txt, 5. Výstupy k posouzení.txt</a:t>
            </a:r>
          </a:p>
          <a:p xmlns:a="http://schemas.openxmlformats.org/drawingml/2006/main">
            <a:r>
              <a:t>Výstup: Informační karta založená na zdroji, dvě cílené iterace a audit dvou klíčových tvrzení.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Řekněte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ze zdroje odvodí fakta, omezení a pravidla výsledné karty.</a:t>
            </a:r>
          </a:p>
          <a:p xmlns:a="http://schemas.openxmlformats.org/drawingml/2006/main">
            <a:r>
              <a:t>Úvodní otázka: Jak zabránit tomu, aby Copilot doplnil chybějící fakta z vlastní „paměti“?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6–12 minut.</a:t>
            </a:r>
          </a:p>
          <a:p xmlns:a="http://schemas.openxmlformats.org/drawingml/2006/main">
            <a:r>
              <a:t>Postup: Předveďte požadavek pracovat pouze ze zdroje a přiznat chybějící informaci.</a:t>
            </a:r>
          </a:p>
          <a:p xmlns:a="http://schemas.openxmlformats.org/drawingml/2006/main">
            <a:r>
              <a:t>Klíčové body: Ukotvení: AI má pracovat z konkrétního podkladu a přiznat, co v něm není. | Discernment: Člověk hodnotí proces i výstup podle faktů, logiky, relevance, zdrojů a účelu. | Důkaz změny: Anotovaný log ukazuje problém, lidský zásah, změnu výstupu a zbylé riziko.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5. Zdrojový balíček - rekuperace.txt, 5. Výstup k opravě.txt, 5. Výstupy k posouzení.txt</a:t>
            </a:r>
          </a:p>
          <a:p xmlns:a="http://schemas.openxmlformats.org/drawingml/2006/main">
            <a:r>
              <a:t>1. Přečti 5. Zdrojový balíček - rekuperace.txt a stanov pět kritérií výsledné karty.</a:t>
            </a:r>
          </a:p>
          <a:p xmlns:a="http://schemas.openxmlformats.org/drawingml/2006/main">
            <a:r>
              <a:t>2. V Copilotu vytvoř první návrh pouze z dodaného zdroje a označ informace, které v něm chybí.</a:t>
            </a:r>
          </a:p>
          <a:p xmlns:a="http://schemas.openxmlformats.org/drawingml/2006/main">
            <a:r>
              <a:t>3. Porovnej výstup se soubory 5. Výstup k opravě.txt a 5. Výstupy k posouzení.txt a proveď dvě cílené iterace.</a:t>
            </a:r>
          </a:p>
          <a:p xmlns:a="http://schemas.openxmlformats.org/drawingml/2006/main">
            <a:r>
              <a:t>4. Ověř dvě nejdůležitější věty proti zdroji a do logu napiš problém → zásah → změna → zbylé riziko.</a:t>
            </a:r>
          </a:p>
          <a:p xmlns:a="http://schemas.openxmlformats.org/drawingml/2006/main">
            <a:r>
              <a:t>Požadovaný výstup: Informační karta založená na zdroji, dvě cílené iterace a audit dvou klíčových tvrzení.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Každé věcné tvrzení je dohledatelné ve zdroji nebo označené jako nejisté a revize reagují na konkrétní důkazy.</a:t>
            </a:r>
          </a:p>
          <a:p xmlns:a="http://schemas.openxmlformats.org/drawingml/2006/main">
            <a:r>
              <a:t>Vodicí otázky: Kde přesně ve zdroji má toto tvrzení oporu? | Který lidský zásah přinesl největší věcnou změnu? | Co musí být označeno jako nejisté nebo odstraněno?</a:t>
            </a:r>
          </a:p>
          <a:p xmlns:a="http://schemas.openxmlformats.org/drawingml/2006/main">
            <a:r>
              <a:t>Podpora: Nabídněte tabulku problém – nový prompt – změna – opora ve zdroji.</a:t>
            </a:r>
          </a:p>
          <a:p xmlns:a="http://schemas.openxmlformats.org/drawingml/2006/main">
            <a:r>
              <a:t>Rozšíření: Vytvoř variantu pro jiné publikum a ověř, že se při změně stylu nezměnila fakta.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Oporu: Tvrzení lze přímo spojit s konkrétní částí dodaného zdroje. | Mezeru: Informace, která ve zdroji není, nesmí být prezentována jako jeho fakt. | Revizi: Další prompt reaguje na diagnostikovaný problém a má kontrolovatelný cíl.</a:t>
            </a:r>
          </a:p>
          <a:p xmlns:a="http://schemas.openxmlformats.org/drawingml/2006/main">
            <a:r>
              <a:t>Časté omyly: „Přepiš to lépe.“ → Žádejte přesnou diagnózu vady: údaj, logika, publikum, formát nebo tón. | „Když je text hezký a má odkazy, je ověřený.“ → Kontrolujte existenci zdroje i to, zda opravdu podporuje konkrétní tvrzení.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Jak poznáš, že se další iterací opravila věcná opora, a ne jen styl textu?</a:t>
            </a:r>
          </a:p>
          <a:p xmlns:a="http://schemas.openxmlformats.org/drawingml/2006/main">
            <a:r>
              <a:t>Když technika selže: Studenti revidují připravený výstup a formulují opravy jako prompty bez přístupu k Copilotu.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a9d5cfd79c478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4ebb108a6b4748" Type="http://schemas.openxmlformats.org/officeDocument/2006/relationships/slideLayout" Target="../slideLayouts/slideLayout1.xml"/><Relationship Id="R59eed955961c46e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4ebb108a6b47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c2f3b2f94f1d4768" Type="http://schemas.openxmlformats.org/officeDocument/2006/relationships/slideLayout" Target="../slideLayouts/slideLayout1.xml"/><Relationship Id="Re23f4d370ed149c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2835990b3ae444c" Type="http://schemas.openxmlformats.org/officeDocument/2006/relationships/notesSlide" Target="../notesSlides/notesSlide2.xml"/><Relationship Id="Ra791577354f54ea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2074152ec4c401f" Type="http://schemas.openxmlformats.org/officeDocument/2006/relationships/slideLayout" Target="../slideLayouts/slideLayout1.xml"/><Relationship Id="Rab00badf23fb423f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5f180f74e7d40a4" Type="http://schemas.openxmlformats.org/officeDocument/2006/relationships/slideLayout" Target="../slideLayouts/slideLayout1.xml"/><Relationship Id="R5ec79ef27a5746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dd7f5b1c72f46dc" Type="http://schemas.openxmlformats.org/officeDocument/2006/relationships/slideLayout" Target="../slideLayouts/slideLayout1.xml"/><Relationship Id="R9ebe2f39d783457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42bfcce28974005" Type="http://schemas.openxmlformats.org/officeDocument/2006/relationships/notesSlide" Target="../notesSlides/notesSlide6.xml"/><Relationship Id="Rd6a148ba209d4e2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c04aa8084c1c43b9" Type="http://schemas.openxmlformats.org/officeDocument/2006/relationships/slideLayout" Target="../slideLayouts/slideLayout1.xml"/><Relationship Id="Rc9f523b6cbd94200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389F506-6452-44BF-ABFE-F8454877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68130A7-7736-4B53-BBC8-4169ADAF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4669FF64-24CB-4FE9-BCAD-36DBF7E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9CD94A8D-E7E9-4AED-B5BF-E429853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Spolupráce s Copilotem a Discernment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78184C7A-E04F-415E-BBBD-121C8D86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Vedu iterativní práci nad dodaným zdrojem a kriticky posoudím fakta, logiku, relevanci a omezení výstupu.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26CCB9FA-42FC-44BF-A377-FF0E8E8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7A3FAC0-7921-4EDB-A7C9-B1F0240C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B3DDA67-0F50-4F60-BE58-50C0C525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2003328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D9738E-3F7C-4330-9037-CBA71740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F4C46E3-2D7F-45AE-8B0B-7BA7E5BE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3E5CADB4-05F5-4317-B771-049C6F16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3D59D6-A94B-42A4-A02A-84C751D7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1AF597CD-FBE9-4F9C-AEF0-4AB55FEF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A2010515-0BAF-449B-8D03-9F857C8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zabránit tomu, aby Copilot doplnil chybějící fakta z vlastní „paměti“?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13BBFADD-6E19-42A6-8BBD-74A395D0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3AE70604-A550-4C72-8F2B-7730787B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376ED494-44F1-4D64-9D09-58A0B7DB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9A87F777-EEBE-454F-A363-018CBBD1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196D4A36-2B4F-4224-B652-AD85E0F6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B70000A-7EC1-42C7-8D73-9341B21B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6A2468-CE12-47B5-BB20-47253D35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D1EB9FE6-77C5-4280-9D27-852E3D68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71FBAC4-F2A6-42EB-833B-4CF439D8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5EF400CD-25BD-41BB-81CF-1AD9786B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934195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978649E-11A7-4FF0-A00A-D3B3D980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6–12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FC8344A-BB08-408D-BBCD-347F9960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8C13CF49-5B63-451D-A256-50EAA799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590A73B-758F-49F6-BE93-BAB72412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DD7D07D-5A58-4097-B947-BF299CA1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EDC04E72-063C-4D17-A45C-6EAA1997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7D09D281-68E0-4489-8CBE-53EC8D98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Ukotvení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ADDEEF57-BB54-492E-BCE4-3C2602D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má pracovat z konkrétního podkladu a přiznat, co v něm není.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40A21A92-734B-4B4D-AB8F-7BF2E599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AB6E6E-4E20-46AC-B276-7B72153E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D071D2BA-A354-4F2D-90BD-455AFE69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hodnotí proces i výstup podle faktů, logiky, relevance, zdrojů a účelu.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236CD299-44C1-4A4C-9A8B-E202362C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199AE929-4779-4C34-A5EA-25CD44B3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změny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95C9ECBB-2601-45E7-AAE5-2415AF9A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Anotovaný log ukazuje problém, lidský zásah, změnu výstupu a zbylé riziko.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7153C735-6254-40C6-B51C-CF971519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576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ED33BC2-F011-462F-9007-82AF7AE9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17D592-98D1-4F34-9651-B3A5D03A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A2BAD7F5-E6C3-4225-8635-28FD7E8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527653C-BDC7-45F8-93DE-5B096155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F1A6D08-B64D-4B89-852E-2F7A9D91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6BE9CBEB-3D20-461D-8749-CFD4C52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1FE035EF-54CF-4ACE-B7C2-C1792086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5. Zdrojový balíček - rekuperace.txt · 5. Výstup k opravě.txt · 5. Výstupy k posouzení.txt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C9B86FA-7685-4E0C-8385-45E897EC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F2CE2A92-7E87-4377-AAC0-F302E87C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44D3755E-F9C6-4EF3-9333-4C6A193D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Přečti 5. Zdrojový balíček - rekuperace.txt a stanov pět kritérií výsledné karty.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04F3F32F-2C21-44CD-B8B3-DDAD6F8F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6201236-97C4-411D-AD7E-AA64355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3301689D-EE67-4B3D-BC66-987CF3AE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Copilotu vytvoř první návrh pouze z dodaného zdroje a označ informace, které v něm chybí.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4B7DC5D-1E81-4ACA-A840-EB7F3613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50604B52-9193-4354-AA39-BF2F5DB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CC1FB5E5-BF3A-431D-B738-5BA1C109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výstup se soubory 5. Výstup k opravě.txt a 5. Výstupy k posouzení.txt a proveď dvě cílené iterace.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8695E55-7260-4CBF-8615-2BC1037C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1DBC6D9E-6379-4930-A085-CF74BC29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4F5D7952-544C-45A7-A90F-21D1B629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dvě nejdůležitější věty proti zdroji a do logu napiš problém → zásah → změna → zbylé riziko.</a:t>
            </a:r>
          </a:p>
        </p:txBody>
      </p:sp>
    </p:spTree>
    <p:extLst>
      <p:ext uri="{BB962C8B-B14F-4D97-AF65-F5344CB8AC3E}">
        <p14:creationId xmlns:p14="http://schemas.microsoft.com/office/powerpoint/2010/main" val="1945143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9B1B281-C36A-4EA3-9C37-ACD65D17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7A7E38-94A3-4DD5-B2CC-A6ADC2CA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82DF402E-9539-4A29-9EF7-501B0699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A776DC9-6A49-428B-BAA8-D2930CBD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3FE5E1E-0CEA-414B-8EA0-00105729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E98CE8B6-FD02-4A57-8021-77B6E8AE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A7DD31D1-4B6A-490B-9760-E86C44D0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70CBE1D-7DFC-4562-8409-BBAC910B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AF3EEF77-D7AA-4D3E-A873-059653F1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Každé věcné tvrzení je dohledatelné ve zdroji nebo označené jako nejisté a revize reagují na konkrétní důkazy.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FEE5923-8007-4F3A-BB53-8A9A6448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A9D1E7B-EABD-4F9A-A6AF-4E72B1CC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853374C0-393A-4EBD-9ED2-4CDEF4C1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1D2EE30E-4952-44D1-AEBD-0577479B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Kde přesně ve zdroji má toto tvrzení oporu?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E7985B03-3B30-4EA9-B8F1-10049F99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B5E65140-4513-4AC8-B2CE-21857A2D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499C414-F526-4E1A-96D8-88D26A01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7BE73D6-7C18-493F-BF53-A7C72053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lidský zásah přinesl největší věcnou změnu?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CE5ABB2-52C7-40F3-870C-43E2F3D0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0EED9DDC-ADD5-49DE-8744-ADB0EB6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34683536-7A7D-4229-B3E7-B917C237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02950CC6-0E59-4387-9E19-F8960757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musí být označeno jako nejisté nebo odstraněno?</a:t>
            </a:r>
          </a:p>
        </p:txBody>
      </p:sp>
    </p:spTree>
    <p:extLst>
      <p:ext uri="{BB962C8B-B14F-4D97-AF65-F5344CB8AC3E}">
        <p14:creationId xmlns:p14="http://schemas.microsoft.com/office/powerpoint/2010/main" val="15310190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3CB77E1-CA88-4B9C-BAEA-E571F139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5836FD4-B08D-418F-BEB8-E0E150A1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77F4BC5-C683-41B7-AD10-CDA0E180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C4007DB-3206-4F95-A1A1-B6C81B5A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B7EE2036-F902-4D09-96BA-265ACD23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8E8F1398-1354-4268-A486-820C02BB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Oporu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742842C8-BB39-4BB3-934D-0B3AE440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Tvrzení lze přímo spojit s konkrétní částí dodaného zdroje.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C88EB35-B7F7-4C9A-83BC-0D27BB2C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Mezeru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0E028944-CA73-474A-BA79-B9F322A5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Informace, která ve zdroji není, nesmí být prezentována jako jeho fakt.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454296EE-FD2C-46DF-8E71-6BAEF6C6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Revizi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8E726D1A-78B7-42CA-8FF4-74F6C64B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reaguje na diagnostikovaný problém a má kontrolovatelný cíl.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590564B3-DBA8-4FE7-8422-AB35B434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B98A66B-DE5D-469F-B9F6-221F785D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279910FB-5D68-4938-9459-60920313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„Přepiš to lépe.“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AA84FA24-9FAB-4CB0-A5D5-912024F1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Žádejte přesnou diagnózu vady: údaj, logika, publikum, formát nebo tón.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321089A-4EEF-4276-9095-D1E89E75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20482799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2339216-DFA3-4683-A434-B1AB1FAF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FF1C7B10-5CDC-4868-8D7F-AE11A6EC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786FC1C-53AA-45CE-811F-E11AF56E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CC78601-6039-43B8-B342-519CE907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další iterací opravila věcná opora, a ne jen styl textu?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B3BEE2B-B55E-4828-85C5-5667ABB8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7F5D1D09-9A61-4D68-99BC-104460E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D148376-F7A2-48E1-88A4-5CAC7606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34190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2026-07-24T15:48:09.7720000Z</dcterms:created>
  <dcterms:modified xsi:type="dcterms:W3CDTF">2026-07-24T15:48:09.7720000Z</dcterms:modified>
</coreProperties>
</file>