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Cíl hodiny: Student rozliší rastrový a vektorový obrázek, vysvětlí, co se s každým stane při zvětšení, a vybere vhodný typ pro zadané použití.</a:t>
            </a:r>
          </a:p>
          <a:p>
            <a:r>
              <a:t>Soubory: Laboratoř – rastr a vektor.html, Rastr a vektor.txt</a:t>
            </a:r>
          </a:p>
          <a:p>
            <a:r>
              <a:t>Výstup: Vyplněná část A a B souboru 02 a zdůvodnění u všech šesti zadání.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>
            <a:r>
              <a:t>Otázka pro studenty: Logo školy má být na vizitce i na plachtě 3 × 2 m. Jaký soubor si vyžádáš od grafika?</a:t>
            </a:r>
          </a:p>
          <a:p>
            <a:r>
              <a:t>Postup: nech studenty rozhodnout a zapsat důvod dřív, než ukážeš řešení. Neprozrazuj správnou odpověď.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</a:t>
            </a:r>
          </a:p>
          <a:p>
            <a:r>
              <a:t>Klíčové pojmy: Rastr · Vektor · Volba typu</a:t>
            </a:r>
          </a:p>
          <a:p>
            <a:r>
              <a:t>Zvětšení neumí doplnit informaci, která v souboru není.</a:t>
            </a:r>
          </a:p>
          <a:p>
            <a:r>
              <a:t>Postup: vysvětli stručně, ověř porozuměním otázkou, nepřednášej déle než 7 minut.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>
            <a:r>
              <a:t>Soubory: Laboratoř – rastr a vektor.html, Rastr a vektor.txt</a:t>
            </a:r>
          </a:p>
          <a:p>
            <a:r>
              <a:t>12–22 min – pozorování v laboratoři: ptej se, při jakém zvětšení se objeví pixely.</a:t>
            </a:r>
          </a:p>
          <a:p>
            <a:r>
              <a:t>22–32 min – šest rozhodnutí ve dvojicích.</a:t>
            </a:r>
          </a:p>
          <a:p>
            <a:r>
              <a:t>32–40 min – sporná zadání na tabuli; hraniční je náhledový obrázek k článku.</a:t>
            </a:r>
          </a:p>
          <a:p>
            <a:r>
              <a:t>Výstup: Vyplněná část A a B souboru 02 a zdůvodnění u všech šesti zadání.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kontrola. Projdi body nahlas, studenti si odškrtávají v sešitu.</a:t>
            </a:r>
          </a:p>
          <a:p>
            <a:r>
              <a:t>• U každého ze šesti zadání máš napsané zdůvodnění, ne jen slovo rastr nebo vektor.</a:t>
            </a:r>
          </a:p>
          <a:p>
            <a:r>
              <a:t>• Umíš vlastními slovy říct, proč se vektor nerozpadne při zvětšení.</a:t>
            </a:r>
          </a:p>
          <a:p>
            <a:r>
              <a:t>• Zapsal jsi velikosti obou souborů a všiml sis rozdílu.</a:t>
            </a:r>
          </a:p>
          <a:p>
            <a:r>
              <a:t>• U hraničního případu jsi uvedl podmínku, za které by platila druhá odpověď.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 – očekávané závěry:</a:t>
            </a:r>
          </a:p>
          <a:p>
            <a:r>
              <a:t>Rastr: Pevný počet pixelů. Zvětšením se pixely jen roztáhnou, detail nepřibude.</a:t>
            </a:r>
          </a:p>
          <a:p>
            <a:r>
              <a:t>Vektor: Popis tvarů. Vykreslí se v jakékoli velikosti ostře, proto se hodí na loga a ikony.</a:t>
            </a:r>
          </a:p>
          <a:p>
            <a:r>
              <a:t>Velikost souboru: Jednoduchá vektorová značka bývá výrazně menší než rastr téhož motivu.</a:t>
            </a:r>
          </a:p>
          <a:p>
            <a:r>
              <a:t>Hranice: Fotografii nelze automatickým převodem udělat vektorovou beze ztráty; trasování ji zjednoduší.</a:t>
            </a:r>
          </a:p>
          <a:p>
            <a:r>
              <a:t>Hodnoť postup a zdůvodnění, ne shodu s jednou formulací.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ticket: Kamarád chce logo klubu na tričko i na malou nálepku. Co mu doporučíš a proč?</a:t>
            </a:r>
          </a:p>
          <a:p>
            <a:r>
              <a:t>Sbírej individuálně. Slouží jako doklad o učení každého studenta.</a:t>
            </a:r>
          </a:p>
          <a:p>
            <a:r>
              <a:t>Očekávaná odpověď: Očekává se vektor (SVG), protože jedno zdrojové dílo poslouží pro obě velikosti bez ztráty ostrosti.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1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Rastrová a vektorová grafika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rozliší rastrový a vektorový obrázek, vysvětlí, co se s každým stane při zvětšení, a vybere vhodný typ pro zadané použití.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1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Logo školy má být na vizitce i na plachtě 3 × 2 m. Jaký soubor si vyžádáš od grafika?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ROZHODNI SÁM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Zapiš svou volbu a jeden konkrétní důvod.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POROVNEJ VE DVOJICI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Najděte bod, ve kterém se lišíte.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PŘIPRAV OBHAJOBU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Co by tvé rozhodnutí změnilo?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1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Rastr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Mřížka pixelů. Každý pixel má svou barvu. Počet pixelů je dán při vzniku a nelze ho doplnit.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Vektor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Matematický popis tvarů — body, křivky, výplně. Vykresluje se až při zobrazení, proto je ostrý v každé velikosti.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Volba typu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Fotografie a skeny patří rastru. Loga, ikony a schémata patří vektoru.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Zvětšení neumí doplnit informaci, která v souboru není.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1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Laboratoř – rastr a vektor.html, Rastr a vektor.txt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Pozoruj v laboratoři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V modulu 01 táhni posuvníkem na 800 % a sleduj okraje obou obrázků.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Porovnej soubory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Otevři rastr_64px.png a logo_vektor.svg. Zapiš velikosti a co vidíš.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Rozhodni šest zadání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V souboru 02 urči u každého rastr, nebo vektor, a napiš proč.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Vyplněná část A a B souboru 02 a zdůvodnění u všech šesti zadání.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1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 každého ze šesti zadání máš napsané zdůvodnění, ne jen slovo rastr nebo vektor.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Umíš vlastními slovy říct, proč se vektor nerozpadne při zvětšení.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Zapsal jsi velikosti obou souborů a všiml sis rozdílu.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 hraničního případu jsi uvedl podmínku, za které by platila druhá odpověď.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 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1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Rastr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Pevný počet pixelů. Zvětšením se pixely jen roztáhnou, detail nepřibude.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Vektor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Popis tvarů. Vykreslí se v jakékoli velikosti ostře, proto se hodí na loga a ikony.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Velikost souboru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Jednoduchá vektorová značka bývá výrazně menší než rastr téhož motivu.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Hranice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Fotografii nelze automatickým převodem udělat vektorovou beze ztráty; trasování ji zjednoduší.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1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Kamarád chce logo klubu na tričko i na malou nálepku. Co mu doporučíš a proč?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Očekává se vektor (SVG), protože jedno zdrojové dílo poslouží pro obě velikosti bez ztráty ostrosti.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