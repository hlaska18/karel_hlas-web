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vytvoří jednoduchou vektorovou značku ze základních tvarů, ověří její čitelnost v malé velikosti a vyexportuje ji.</a:t>
            </a:r>
          </a:p>
          <a:p>
            <a:r>
              <a:t>Soubory: Inkscape, Vektor v Inkscapu.txt</a:t>
            </a:r>
          </a:p>
          <a:p>
            <a:r>
              <a:t>Výstup: Soubor znacka.svg, dva exporty PNG, HEX kódy barev a zápis o zjednodušení.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Podle čeho poznáš, že je značka dobře navržená?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Objekty a cesty · Text na cesty · Čitelnost</a:t>
            </a:r>
          </a:p>
          <a:p>
            <a:r>
              <a:t>Jednoduchost není ochuzení. Je to podmínka funkčnosti.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Inkscape, Vektor v Inkscapu.txt</a:t>
            </a:r>
          </a:p>
          <a:p>
            <a:r>
              <a:t>12–24 min – tvorba značky; braň přidávání detailů.</a:t>
            </a:r>
          </a:p>
          <a:p>
            <a:r>
              <a:t>24–32 min – test čitelnosti v 16 px, iterace.</a:t>
            </a:r>
          </a:p>
          <a:p>
            <a:r>
              <a:t>32–40 min – export a porovnání velikostí svg a png.</a:t>
            </a:r>
          </a:p>
          <a:p>
            <a:r>
              <a:t>Výstup: Soubor znacka.svg, dva exporty PNG, HEX kódy barev a zápis o zjednodušení.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Značka je poznatelná i ve velikosti 16 px.</a:t>
            </a:r>
          </a:p>
          <a:p>
            <a:r>
              <a:t>• Použil jsi nejvýše tři barvy a máš zapsané jejich HEX kódy.</a:t>
            </a:r>
          </a:p>
          <a:p>
            <a:r>
              <a:t>• Text je převedený na cesty, nebo v značce žádný text není.</a:t>
            </a:r>
          </a:p>
          <a:p>
            <a:r>
              <a:t>• Máš uložené svg i oba exporty 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Vektor je popis: SVG lze otevřít v textovém editoru; uvidíš souřadnice a barvy.</a:t>
            </a:r>
          </a:p>
          <a:p>
            <a:r>
              <a:t>Text na cesty: Brání záměně písma na cizím počítači nebo v tiskárně.</a:t>
            </a:r>
          </a:p>
          <a:p>
            <a:r>
              <a:t>Malá velikost rozhoduje: Co nefunguje v 16 px, nefunguje ani jako ikona.</a:t>
            </a:r>
          </a:p>
          <a:p>
            <a:r>
              <a:t>Velikost souboru: Jednoduchá značka v SVG má často méně než kilobajt.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Co jsi ze své značky odebral, aby byla čitelná v malé velikosti, a proč to šlo pryč?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Očekává se konkrétní odebraný detail a zdůvodnění, že nenesl rozpoznávací informaci.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Vektorová značka v Inkscapu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vytvoří jednoduchou vektorovou značku ze základních tvarů, ověří její čitelnost v malé velikosti a vyexportuje ji.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Podle čeho poznáš, že je značka dobře navržená?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NAPIŠ TŘI ZNAKY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má dobrá značka splňovat?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 VE DVOJICI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Shodli jste se aspoň na jednom?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TEST NA KONCI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Ověříme zmenšením na 16 px.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Objekty a cesty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Vše je tvar s obrysem a výplní. Cesty lze upravovat po jednotlivých bodech.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Text na cesty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Převod textu na tvary. Zajistí, že se písmo zobrazí i tam, kde není nainstalované.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Čitelnost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Značka musí fungovat i v 16 px. Detail, který v malém zmizí, tam nepatří.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Jednoduchost není ochuzení. Je to podmínka funkčnosti.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Inkscape, Vektor v Inkscapu.txt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Sestav značku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Plátno 800 × 800 px, jen základní tvary, nejvýše tři barvy.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Test 16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Zmenši náhled. Pokud značku nepoznáš, zjednoduš ji a zapiš, co jsi odebral.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Ulož znacka.svg a vyexportuj znacka_512.png a znacka_16.png.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Soubor znacka.svg, dva exporty PNG, HEX kódy barev a zápis o zjednodušení.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Značka je poznatelná i ve velikosti 16 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Použil jsi nejvýše tři barvy a máš zapsané jejich HEX kódy.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Text je převedený na cesty, nebo v značce žádný text není.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uložené svg i oba exporty png.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Vektor je popis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SVG lze otevřít v textovém editoru; uvidíš souřadnice a barvy.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Text na cesty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Brání záměně písma na cizím počítači nebo v tiskárně.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Malá velikost rozhoduje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Co nefunguje v 16 px, nefunguje ani jako ikona.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Velikost souboru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Jednoduchá značka v SVG má často méně než kilobajt.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5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Co jsi ze své značky odebral, aby byla čitelná v malé velikosti, a proč to šlo pryč?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konkrétní odebraný detail a zdůvodnění, že nenesl rozpoznávací informaci.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