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propojí dovednosti z celého bloku do jednoho výstupu, doloží svá rozhodnutí a obhájí je.</a:t>
            </a:r>
          </a:p>
          <a:p>
            <a:r>
              <a:t>Soubory: Závěrečný výstup.txt, nástroje z hodin 4, 5 a 7</a:t>
            </a:r>
          </a:p>
          <a:p>
            <a:r>
              <a:t>Výstup: Hotový výstup, vyplněný technický list a tři věty obhajoby.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Co na tvém výstupu pozná někdo, kdo neví nic o tom, jak vznikal?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Volba nástroje · Volba formátu · Doložení</a:t>
            </a:r>
          </a:p>
          <a:p>
            <a:r>
              <a:t>Hodnotí se výsledek, postup i zdůvodnění.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Závěrečný výstup.txt, nástroje z hodin 4, 5 a 7</a:t>
            </a:r>
          </a:p>
          <a:p>
            <a:r>
              <a:t>12–34 min – samostatná práce; procházej a ptej se na důvody voleb.</a:t>
            </a:r>
          </a:p>
          <a:p>
            <a:r>
              <a:t>34–42 min – krátké obhajoby, 60 sekund na studenta.</a:t>
            </a:r>
          </a:p>
          <a:p>
            <a:r>
              <a:t>42–45 min – závěrečné shrnutí bloku.</a:t>
            </a:r>
          </a:p>
          <a:p>
            <a:r>
              <a:t>Výstup: Hotový výstup, vyplněný technický list a tři věty obhajoby.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Výstup splňuje všechny povinné prvky zadání.</a:t>
            </a:r>
          </a:p>
          <a:p>
            <a:r>
              <a:t>• Technický list obsahuje rozměry, formáty i velikosti.</a:t>
            </a:r>
          </a:p>
          <a:p>
            <a:r>
              <a:t>• U volby formátu máš uvedený důvod.</a:t>
            </a:r>
          </a:p>
          <a:p>
            <a:r>
              <a:t>• Máš připravené tři věty obhajoby.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Formát a účel: Volba formátu vychází z toho, kde bude výstup použit.</a:t>
            </a:r>
          </a:p>
          <a:p>
            <a:r>
              <a:t>Rastr a vektor: Značka vektorově, fotografie rastrově; kombinace je běžná.</a:t>
            </a:r>
          </a:p>
          <a:p>
            <a:r>
              <a:t>Poctivost dat: Pokud výstup obsahuje čísla, patří k nim zdroj a omezení.</a:t>
            </a:r>
          </a:p>
          <a:p>
            <a:r>
              <a:t>Doložení postupu: Schopnost zdůvodnit volbu je stejně důležitá jako výsledek.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Napiš tři vlastní zásady pro práci s grafikou, které si z tohoto bloku odnášíš.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Očekávají se konkrétní a použitelné zásady, ne obecné fráze.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Závěrečný výstup a obhajoba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propojí dovednosti z celého bloku do jednoho výstupu, doloží svá rozhodnutí a obhájí je.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Co na tvém výstupu pozná někdo, kdo neví nic o tom, jak vznikal?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VYBER VARIANTU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A plakát, B značka a karta, nebo C infografika.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NAPLÁNUJ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Napiš, co uděláš v jakém nástroji a v jakém formátu uložíš.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KRITÉRIA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Přečti si rubriku dřív, než začneš.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nástroje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Rastr, vektor nebo sazba — podle toho, co výstup obsahuje.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formátu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Formát a rozlišení podle toho, kde bude výstup zveřejněn.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Doložení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Ke každému rozhodnutí patří důvod, ne jen výsledek.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Hodnotí se výsledek, postup i zdůvodnění.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Závěrečný výstup.txt, nástroje z hodin 4, 5 a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Tvorba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Zpracuj vybranou variantu podle povinných prvků v zadání.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Technický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Zapiš rozměry, formáty, velikosti souborů a použité nástroje.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Obhajoba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Připrav tři věty: co jsi zvolil, proč a co bys udělal jinak.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Hotový výstup, vyplněný technický list a tři věty obhajoby.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Výstup splňuje všechny povinné prvky zadání.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Technický list obsahuje rozměry, formáty i velikosti.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volby formátu máš uvedený důvod.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připravené tři věty obhajoby.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Formát a účel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Volba formátu vychází z toho, kde bude výstup použit.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Rastr a vektor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Značka vektorově, fotografie rastrově; kombinace je běžná.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Poctivost 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Pokud výstup obsahuje čísla, patří k nim zdroj a omezení.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Doložení postupu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Schopnost zdůvodnit volbu je stejně důležitá jako výsledek.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Napiš tři vlastní zásady pro práci s grafikou, které si z tohoto bloku odnášíš.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Očekávají se konkrétní a použitelné zásady, ne obecné fráze.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