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Cíl hodiny: Student vysvětlí rozdíl mezi ztrátovou a bezztrátovou kompresí a vybere formát podle obsahu a účelu.</a:t>
            </a:r>
          </a:p>
          <a:p>
            <a:r>
              <a:t>Soubory: Laboratoř – komprese a formáty.html, Formáty a komprese.csv</a:t>
            </a:r>
          </a:p>
          <a:p>
            <a:r>
              <a:t>Výstup: Vyplněné Formáty a komprese.csv a vlastní pravidlo pro výběr formátu.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0–5 minut.</a:t>
            </a:r>
          </a:p>
          <a:p>
            <a:r>
              <a:t>Otázka pro studenty: Který soubor bude menší: fotografie jako PNG, nebo jako JPEG? A co logo?</a:t>
            </a:r>
          </a:p>
          <a:p>
            <a:r>
              <a:t>Postup: nech studenty rozhodnout a zapsat důvod dřív, než ukážeš řešení. Neprozrazuj správnou odpověď.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5–12 minut.</a:t>
            </a:r>
          </a:p>
          <a:p>
            <a:r>
              <a:t>Klíčové pojmy: Bezztrátová · Ztrátová · Podle obsahu</a:t>
            </a:r>
          </a:p>
          <a:p>
            <a:r>
              <a:t>U loga je JPEG téměř 8× větší než PNG — a vypadá hůř.</a:t>
            </a:r>
          </a:p>
          <a:p>
            <a:r>
              <a:t>Postup: vysvětli stručně, ověř porozuměním otázkou, nepřednášej déle než 7 minut.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12–40 minut.</a:t>
            </a:r>
          </a:p>
          <a:p>
            <a:r>
              <a:t>Soubory: Laboratoř – komprese a formáty.html, Formáty a komprese.csv</a:t>
            </a:r>
          </a:p>
          <a:p>
            <a:r>
              <a:t>12–20 min – modul 02, klíčové je, že mezi q95 a q75 klesne velikost skoro 5× bez viditelné ztráty.</a:t>
            </a:r>
          </a:p>
          <a:p>
            <a:r>
              <a:t>20–30 min – modul 03 a obrat pořadí u loga.</a:t>
            </a:r>
          </a:p>
          <a:p>
            <a:r>
              <a:t>30–40 min – formulace pravidla; sbírej na tabuli.</a:t>
            </a:r>
          </a:p>
          <a:p>
            <a:r>
              <a:t>Výstup: Vyplněné Formáty a komprese.csv a vlastní pravidlo pro výběr formátu.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Průběžná kontrola. Projdi body nahlas, studenti si odškrtávají v sešitu.</a:t>
            </a:r>
          </a:p>
          <a:p>
            <a:r>
              <a:t>• V CSV máš vyplněný sloupec ztrátová u všech řádků.</a:t>
            </a:r>
          </a:p>
          <a:p>
            <a:r>
              <a:t>• Umíš uvést jeden případ, kdy je PNG lepší volba než JPEG.</a:t>
            </a:r>
          </a:p>
          <a:p>
            <a:r>
              <a:t>• Napsal jsi vlastní pravidlo pro výběr formátu.</a:t>
            </a:r>
          </a:p>
          <a:p>
            <a:r>
              <a:t>• Víš, proč nelze ztrátovou kompresi vrátit zpět.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Společný rozbor – očekávané závěry:</a:t>
            </a:r>
          </a:p>
          <a:p>
            <a:r>
              <a:t>Ztrátová komprese: Zahodí informaci natrvalo. Opakované ukládání kvalitu dále snižuje.</a:t>
            </a:r>
          </a:p>
          <a:p>
            <a:r>
              <a:t>Fotografie: JPEG nebo WebP. Kvalita kolem 75 bývá dobrý kompromis.</a:t>
            </a:r>
          </a:p>
          <a:p>
            <a:r>
              <a:t>Plošná grafika: PNG nebo SVG. Ostré hrany ztrátová komprese poškodí a soubor zvětší.</a:t>
            </a:r>
          </a:p>
          <a:p>
            <a:r>
              <a:t>Pravidlo: Plynulé přechody → ztrátová. Ostré hrany, text, průhlednost → bezztrátová.</a:t>
            </a:r>
          </a:p>
          <a:p>
            <a:r>
              <a:t>Hodnoť postup a zdůvodnění, ne shodu s jednou formulací.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Exit ticket: Uveď jeden obrázek, který uložíš jako JPEG, a jeden, který uložíš jako PNG. U obou napiš proč.</a:t>
            </a:r>
          </a:p>
          <a:p>
            <a:r>
              <a:t>Sbírej individuálně. Slouží jako doklad o učení každého studenta.</a:t>
            </a:r>
          </a:p>
          <a:p>
            <a:r>
              <a:t>Očekávaná odpověď: JPEG pro fotografii s přechody, PNG pro snímek obrazovky, logo, text nebo obrázek s průhledností.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457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HODINA 3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4572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9AA8A4"/>
                </a:solidFill>
                <a:latin typeface="Calibri"/>
              </a:rPr>
              <a:t>POČÍTAČOVÁ GRAFIKA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2240280"/>
            <a:ext cx="103327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Formáty obrázků a komprese dat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4709160"/>
            <a:ext cx="8138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B9C4C0"/>
                </a:solidFill>
                <a:latin typeface="Calibri"/>
              </a:rPr>
              <a:t>Student vysvětlí rozdíl mezi ztrátovou a bezztrátovou kompresí a vybere formát podle obsahu a účelu.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40696" y="4764024"/>
            <a:ext cx="1179576" cy="1179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0696" y="4983480"/>
            <a:ext cx="1179576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0696" y="5596128"/>
            <a:ext cx="117957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CFEAE8"/>
                </a:solidFill>
                <a:latin typeface="Calibri"/>
              </a:rPr>
              <a:t>45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0–5 MIN · ÚVOD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Začni vlastním rozhodnutím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3  / 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C8A83"/>
                </a:solidFill>
                <a:latin typeface="Calibri"/>
              </a:rPr>
              <a:t>Který soubor bude menší: fotografie jako PNG, nebo jako JPEG? A co logo?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TIPNI 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Napiš svůj odhad pro obojí dřív, než se podíváš.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OVĚŘ V LABORATOŘI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Porovnej s tabulkou v modulu 03.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VYSVĚTLI ROZDÍL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Proč to u loga dopadlo jinak?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539496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5C6965"/>
                </a:solidFill>
                <a:latin typeface="Calibri"/>
              </a:rPr>
              <a:t>Nejdřív se rozhodni sám. Teprve pak porovnávej.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5–12 MIN · MINIMUM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Tři opěrné body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3  /  3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Bezztrátová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PNG, GIF, SVG. Po rozbalení vznikne přesně původní data. Vhodná na ostré hrany a text.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Ztrátová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JPEG, WebP. Část informace zahodí natrvalo. Vhodná na plynulé přechody ve fotografii.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Podle obsahu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Formát se nevybírá podle zvyku, ale podle toho, co je na obrázku a k čemu poslouží.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" y="5468112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566928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U loga je JPEG téměř 8× větší než PNG — a vypadá hůř.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12–40 MIN · PRÁCE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Hlavní počítačová aktivita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3  / 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459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OTEVŘI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27632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7211E"/>
                </a:solidFill>
                <a:latin typeface="Calibri"/>
              </a:rPr>
              <a:t>Laboratoř – komprese a formáty.html, Formáty a komprese.csv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Modul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Přepínej kvalitu JPEG 95 → 15 a sleduj výřez i velikost souboru.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Modul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Porovnej stejný postup na logu. Zapiš, kde se pořadí obrátilo.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Doplň 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U každého souboru urči, zda je ztrátový, a napiš vhodné použití.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" y="5257800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5440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ODEVZDEJ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422392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7211E"/>
                </a:solidFill>
                <a:latin typeface="Calibri"/>
              </a:rPr>
              <a:t>Vyplněné Formáty a komprese.csv a vlastní pravidlo pro výběr formátu.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PRŮBĚŽNÁ KONTROLA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Než práci odevzdáš, ověř čtyři věci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3  / 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V CSV máš vyplněný sloupec ztrátová u všech řádků.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391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Umíš uvést jeden případ, kdy je PNG lepší volba než JPEG.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Napsal jsi vlastní pravidlo pro výběr formátu.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Víš, proč nelze ztrátovou kompresi vrátit zpět.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SPOLEČNÝ ROZBOR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Co si z hodiny odnést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3  /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Ztrátová komprese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691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Zahodí informaci natrvalo. Opakované ukládání kvalitu dále snižuje.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2651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2834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Fotografie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834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JPEG nebo WebP. Kvalita kolem 75 bývá dobrý kompromis.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" y="3794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3977639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Plošná grafika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977639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PNG nebo SVG. Ostré hrany ztrátová komprese poškodí a soubor zvětší.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" y="4937759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5120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Pravidlo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5120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Plynulé přechody → ztrátová. Ostré hrany, text, průhlednost → bezztrátová.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3  /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EXIT TICKET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371600"/>
            <a:ext cx="1078992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Uveď jeden obrázek, který uložíš jako JPEG, a jeden, který uložíš jako PNG. U obou napiš proč.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42062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B9C4C0"/>
                </a:solidFill>
                <a:latin typeface="Calibri"/>
              </a:rPr>
              <a:t>Odpověz jednou nebo dvěma větami vlastními slovy.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5029200"/>
            <a:ext cx="2011680" cy="36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525780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9AA8A4"/>
                </a:solidFill>
                <a:latin typeface="Calibri"/>
              </a:rPr>
              <a:t>JPEG pro fotografii s přechody, PNG pro snímek obrazovky, logo, text nebo obrázek s průhledností.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subject/>
  <dc:creator>Karel Hlas</dc:creator>
  <cp:keywords/>
  <dc:description/>
  <cp:lastModifiedBy>Karel Hlas</cp:lastModifiedBy>
  <cp:revision>1</cp:revision>
  <dcterms:created xsi:type="dcterms:W3CDTF">2026-07-24T00:00:00Z</dcterms:created>
  <dcterms:modified xsi:type="dcterms:W3CDTF">2026-07-24T00:00:00Z</dcterms:modified>
  <cp:category/>
</cp:coreProperties>
</file>