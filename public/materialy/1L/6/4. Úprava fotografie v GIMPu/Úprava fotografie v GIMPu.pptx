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Cíl hodiny: Student provede základní úpravy rastrového snímku, pracuje s vrstvami a exportuje výstup ve vhodném formátu a velikosti.</a:t>
            </a:r>
          </a:p>
          <a:p>
            <a:r>
              <a:t>Soubory: GIMP, Obrázky/foto_original.png, Úprava obrázku v GIMPu.txt</a:t>
            </a:r>
          </a:p>
          <a:p>
            <a:r>
              <a:t>Výstup: Soubor uprava.xcf, tři exporty a tabulka s rozměry, velikostmi a účelem.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0–5 minut.</a:t>
            </a:r>
          </a:p>
          <a:p>
            <a:r>
              <a:t>Otázka pro studenty: Proč se v grafických programech ukládá pracovní soubor zvlášť od výsledného obrázku?</a:t>
            </a:r>
          </a:p>
          <a:p>
            <a:r>
              <a:t>Postup: nech studenty rozhodnout a zapsat důvod dřív, než ukážeš řešení. Neprozrazuj správnou odpověď.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5–12 minut.</a:t>
            </a:r>
          </a:p>
          <a:p>
            <a:r>
              <a:t>Klíčové pojmy: Vrstvy · Nedestruktivní postup · Export</a:t>
            </a:r>
          </a:p>
          <a:p>
            <a:r>
              <a:t>Původní soubor nikdy nepřepisuj. Uprav kopii.</a:t>
            </a:r>
          </a:p>
          <a:p>
            <a:r>
              <a:t>Postup: vysvětli stručně, ověř porozuměním otázkou, nepřednášej déle než 7 minut.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12–40 minut.</a:t>
            </a:r>
          </a:p>
          <a:p>
            <a:r>
              <a:t>Soubory: GIMP, Obrázky/foto_original.png, Úprava obrázku v GIMPu.txt</a:t>
            </a:r>
          </a:p>
          <a:p>
            <a:r>
              <a:t>12–20 min – ořez a tonální úprava; hlídej, aby nepřepisovali originál.</a:t>
            </a:r>
          </a:p>
          <a:p>
            <a:r>
              <a:t>20–30 min – textová vrstva a uložení .xcf.</a:t>
            </a:r>
          </a:p>
          <a:p>
            <a:r>
              <a:t>30–40 min – tři exporty a zápis velikostí; ptej se, který kam patří.</a:t>
            </a:r>
          </a:p>
          <a:p>
            <a:r>
              <a:t>Výstup: Soubor uprava.xcf, tři exporty a tabulka s rozměry, velikostmi a účelem.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Průběžná kontrola. Projdi body nahlas, studenti si odškrtávají v sešitu.</a:t>
            </a:r>
          </a:p>
          <a:p>
            <a:r>
              <a:t>• Původní foto_original.png je nezměněné.</a:t>
            </a:r>
          </a:p>
          <a:p>
            <a:r>
              <a:t>• Máš uložený pracovní soubor .xcf s vrstvami.</a:t>
            </a:r>
          </a:p>
          <a:p>
            <a:r>
              <a:t>• U všech tří exportů máš zapsané rozměry a velikost v kB.</a:t>
            </a:r>
          </a:p>
          <a:p>
            <a:r>
              <a:t>• Umíš říct, co se stalo s vrstvami při exportu do 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Společný rozbor – očekávané závěry:</a:t>
            </a:r>
          </a:p>
          <a:p>
            <a:r>
              <a:t>Vrstvy: Umožňují vracet se k rozhodnutím. Export je slije do jednoho obrazu.</a:t>
            </a:r>
          </a:p>
          <a:p>
            <a:r>
              <a:t>Formát podle cíle: Web snese menší rozměr a JPEG. Tisk potřebuje plnou velikost.</a:t>
            </a:r>
          </a:p>
          <a:p>
            <a:r>
              <a:t>Ztráta je trvalá: Z exportovaného JPEG už vrstvy ani ztracený detail nezískáš.</a:t>
            </a:r>
          </a:p>
          <a:p>
            <a:r>
              <a:t>Pracovní kopie: Vždy uprav duplikát; originál je jediný zdroj plné kvality.</a:t>
            </a:r>
          </a:p>
          <a:p>
            <a:r>
              <a:t>Hodnoť postup a zdůvodnění, ne shodu s jednou formulací.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ticket: Který ze svých tří exportů bys poslal do školního časopisu a proč právě ten?</a:t>
            </a:r>
          </a:p>
          <a:p>
            <a:r>
              <a:t>Sbírej individuálně. Slouží jako doklad o učení každého studenta.</a:t>
            </a:r>
          </a:p>
          <a:p>
            <a:r>
              <a:t>Očekávaná odpověď: Očekává se export s dostatečným rozlišením a nízkou kompresí; zdůvodnění účelem, ne velikostí souboru.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HODINA 4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9AA8A4"/>
                </a:solidFill>
                <a:latin typeface="Calibri"/>
              </a:rPr>
              <a:t>POČÍTAČOVÁ GRAFIKA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Úprava fotografie v GIMPu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70916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9C4C0"/>
                </a:solidFill>
                <a:latin typeface="Calibri"/>
              </a:rPr>
              <a:t>Student provede základní úpravy rastrového snímku, pracuje s vrstvami a exportuje výstup ve vhodném formátu a velikosti.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0696" y="4764024"/>
            <a:ext cx="1179576" cy="1179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0696" y="4983480"/>
            <a:ext cx="117957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0696" y="5596128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FEAE8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0–5 MIN · ÚVOD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Začni vlastním rozhodnutím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4  /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C8A83"/>
                </a:solidFill>
                <a:latin typeface="Calibri"/>
              </a:rPr>
              <a:t>Proč se v grafických programech ukládá pracovní soubor zvlášť od výsledného obrázku?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ODHADNI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Co všechno se ztratí, když uložíš rovnou do JPEG?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ZAPIŠ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Jednu vlastnost, o kterou přijdeš.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OVĚŘÍME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Na konci hodiny si odpověď zkontroluješ.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3949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C6965"/>
                </a:solidFill>
                <a:latin typeface="Calibri"/>
              </a:rPr>
              <a:t>Nejdřív se rozhodni sám. Teprve pak porovnávej.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5–12 MIN ·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Tři opěrné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4  /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Vrstvy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Nad sebou ležící průhledné fólie. Úpravy zůstávají oddělené a lze je vzít zpět.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Nedestruktivní postup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Pracovní soubor .xcf zachová vrstvy. Export do JPEG je jednosměrný.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Volba formátu, rozměru a kvality podle toho, kam výstup půjde.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468112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Původní soubor nikdy nepřepisuj. Uprav kopii.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12–40 MIN · PRÁCE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Hlavní počítačová 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4  /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OTEVŘI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211E"/>
                </a:solidFill>
                <a:latin typeface="Calibri"/>
              </a:rPr>
              <a:t>GIMP, Obrázky/foto_original.png, Úprava obrázku v GIMPu.txt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Ořez a úprava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Ořízni na 16:9 a uprav jas a kontrast. Zapiš použité hodnoty.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Vrstva s popiskem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Přidej textovou vrstvu a ulož pracovní verzi jako uprava.xcf.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Tři exporty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export_web.jpg, export_tisk.png a export_maly.jpg podle zadání.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257800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440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ODEVZDEJ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22392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7211E"/>
                </a:solidFill>
                <a:latin typeface="Calibri"/>
              </a:rPr>
              <a:t>Soubor uprava.xcf, tři exporty a tabulka s rozměry, velikostmi a účelem.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PRŮBĚŽNÁ KONTROLA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Než práci odevzdáš, ověř čtyři věci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4  /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Původní foto_original.png je nezměněné.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Máš uložený pracovní soubor .xcf s vrstvami.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 všech tří exportů máš zapsané rozměry a velikost v kB.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Umíš říct, co se stalo s vrstvami při exportu do JPEG.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SPOLEČNÝ ROZBOR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Co si z hodiny odnést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4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Vrstvy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Umožňují vracet se k rozhodnutím. Export je slije do jednoho obrazu.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651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Formát podle cíle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Web snese menší rozměr a JPEG. Tisk potřebuje plnou velikost.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794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977639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Ztráta je trvalá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Z exportovaného JPEG už vrstvy ani ztracený detail nezískáš.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937759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120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Pracovní kopie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120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Vždy uprav duplikát; originál je jediný zdroj plné kvality.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4  /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107899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Který ze svých tří exportů bys poslal do školního časopisu a proč právě ten?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206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B9C4C0"/>
                </a:solidFill>
                <a:latin typeface="Calibri"/>
              </a:rPr>
              <a:t>Odpověz jednou nebo dvěma větami vlastními slovy.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5029200"/>
            <a:ext cx="2011680" cy="36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5257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A4"/>
                </a:solidFill>
                <a:latin typeface="Calibri"/>
              </a:rPr>
              <a:t>Očekává se export s dostatečným rozlišením a nízkou kompresí; zdůvodnění účelem, ne velikostí souboru.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