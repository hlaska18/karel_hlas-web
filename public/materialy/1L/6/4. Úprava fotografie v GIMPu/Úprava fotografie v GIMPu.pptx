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provede základní úpravy rastrového snímku, pracuje s vrstvami a exportuje výstup ve vhodném formátu a velikosti.</a:t>
            </a:r>
          </a:p>
          <a:p>
            <a:r>
              <a:t>Soubory: GIMP, Obrázky/foto_original.png, Úprava obrázku v GIMPu.txt</a:t>
            </a:r>
          </a:p>
          <a:p>
            <a:r>
              <a:t>Výstup: Soubor uprava.xcf, tři exporty a tabulka s rozměry, velikostmi a účelem.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Proč se v grafických programech ukládá pracovní soubor zvlášť od výsledného obrázku?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Vrstvy · Nedestruktivní postup · Export</a:t>
            </a:r>
          </a:p>
          <a:p>
            <a:r>
              <a:t>Původní soubor nikdy nepřepisuj. Uprav kopii.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GIMP, Obrázky/foto_original.png, Úprava obrázku v GIMPu.txt</a:t>
            </a:r>
          </a:p>
          <a:p>
            <a:r>
              <a:t>12–20 min – ořez a tonální úprava; hlídej, aby nepřepisovali originál.</a:t>
            </a:r>
          </a:p>
          <a:p>
            <a:r>
              <a:t>20–30 min – textová vrstva a uložení .xcf.</a:t>
            </a:r>
          </a:p>
          <a:p>
            <a:r>
              <a:t>30–40 min – tři exporty a zápis velikostí; ptej se, který kam patří.</a:t>
            </a:r>
          </a:p>
          <a:p>
            <a:r>
              <a:t>Výstup: Soubor uprava.xcf, tři exporty a tabulka s rozměry, velikostmi a účelem.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Původní foto_original.png je nezměněné.</a:t>
            </a:r>
          </a:p>
          <a:p>
            <a:r>
              <a:t>• Máš uložený pracovní soubor .xcf s vrstvami.</a:t>
            </a:r>
          </a:p>
          <a:p>
            <a:r>
              <a:t>• U všech tří exportů máš zapsané rozměry a velikost v kB.</a:t>
            </a:r>
          </a:p>
          <a:p>
            <a:r>
              <a:t>• Umíš říct, co se stalo s vrstvami při exportu do 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Vrstvy: Umožňují vracet se k rozhodnutím. Export je slije do jednoho obrazu.</a:t>
            </a:r>
          </a:p>
          <a:p>
            <a:r>
              <a:t>Formát podle cíle: Web snese menší rozměr a JPEG. Tisk potřebuje plnou velikost.</a:t>
            </a:r>
          </a:p>
          <a:p>
            <a:r>
              <a:t>Ztráta je trvalá: Z exportovaného JPEG už vrstvy ani ztracený detail nezískáš.</a:t>
            </a:r>
          </a:p>
          <a:p>
            <a:r>
              <a:t>Pracovní kopie: Vždy uprav duplikát; originál je jediný zdroj plné kvality.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Který ze svých tří exportů bys poslal do školního časopisu a proč právě ten?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export s dostatečným rozlišením a nízkou kompresí; zdůvodnění účelem, ne velikostí souboru.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Úprava fotografie v GIMPu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provede základní úpravy rastrového snímku, pracuje s vrstvami a exportuje výstup ve vhodném formátu a velikosti.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Proč se v grafických programech ukládá pracovní soubor zvlášť od výsledného obrázku?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všechno se ztratí, když uložíš rovnou do JPEG?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Jednu vlastnost, o kterou přijdeš.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OVĚŘÍME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 konci hodiny si odpověď zkontroluješ.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Vrstvy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Nad sebou ležící průhledné fólie. Úpravy zůstávají oddělené a lze je vzít zpět.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Nedestruktivní postup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Pracovní soubor .xcf zachová vrstvy. Export do JPEG je jednosměrný.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Volba formátu, rozměru a kvality podle toho, kam výstup půjde.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Původní soubor nikdy nepřepisuj. Uprav kopii.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GIMP, Obrázky/foto_original.png, Úprava obrázku v GIMPu.txt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Ořez a úprava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Ořízni na 16:9 a uprav jas a kontrast. Zapiš použité hodnoty.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Vrstva s popiskem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Přidej textovou vrstvu a ulož pracovní verzi jako uprava.xcf.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Tři exporty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export_web.jpg, export_tisk.png a export_maly.jpg podle zadání.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uprava.xcf, tři exporty a tabulka s rozměry, velikostmi a účelem.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Původní foto_original.png je nezměněné.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uložený pracovní soubor .xcf s vrstvami.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všech tří exportů máš zapsané rozměry a velikost v kB.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říct, co se stalo s vrstvami při exportu do JPEG.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Vrstvy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Umožňují vracet se k rozhodnutím. Export je slije do jednoho obrazu.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podle cíle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Web snese menší rozměr a JPEG. Tisk potřebuje plnou velikost.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Ztráta je trvalá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 exportovaného JPEG už vrstvy ani ztracený detail nezískáš.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Pracovní kopie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Vždy uprav duplikát; originál je jediný zdroj plné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Který ze svých tří exportů bys poslal do školního časopisu a proč právě 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export s dostatečným rozlišením a nízkou kompresí; zdůvodnění účelem, ne velikostí souboru.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