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vytvoří infografiku, která data zobrazuje poctivě, a rozpozná zavádějící zobrazení.</a:t>
            </a:r>
          </a:p>
          <a:p>
            <a:r>
              <a:t>Soubory: Canva, Infografika v Canvě.txt, Výstupy k posouzení/</a:t>
            </a:r>
          </a:p>
          <a:p>
            <a:r>
              <a:t>Výstup: Seznam pěti chyb v ukázce B, vlastní infografika ve dvou formátech a zdůvodnění.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Dva grafy ukazují stejná čísla, ale působí opačně. Čím to je?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Osa od nuly · Graf podle dat · Zdroj a omezení</a:t>
            </a:r>
          </a:p>
          <a:p>
            <a:r>
              <a:t>Poctivá infografika říká i to, co z dat nevíme.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Canva, Infografika v Canvě.txt, Výstupy k posouzení/</a:t>
            </a:r>
          </a:p>
          <a:p>
            <a:r>
              <a:t>12–20 min – rozbor ukázek; chyby v B: useknutá osa od 25, 3D koláč, součet 104 %, zdroj internet, emoční titulky.</a:t>
            </a:r>
          </a:p>
          <a:p>
            <a:r>
              <a:t>20–34 min – vlastní tvorba v Canvě.</a:t>
            </a:r>
          </a:p>
          <a:p>
            <a:r>
              <a:t>34–40 min – dva až tři výstupy na projekci a zpětná vazba podle kritérií.</a:t>
            </a:r>
          </a:p>
          <a:p>
            <a:r>
              <a:t>Výstup: Seznam pěti chyb v ukázce B, vlastní infografika ve dvou formátech a zdůvodnění.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Obě osy v tvé infografice začínají na nule.</a:t>
            </a:r>
          </a:p>
          <a:p>
            <a:r>
              <a:t>• Uvedl jsi zdroj, velikost vzorku i datum.</a:t>
            </a:r>
          </a:p>
          <a:p>
            <a:r>
              <a:t>• Máš poznámku o omezení dat.</a:t>
            </a:r>
          </a:p>
          <a:p>
            <a:r>
              <a:t>• Použil jsi nejvýše dvě písma a čtyři barvy.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Useknutá osa: Nejčastější způsob, jak z malého rozdílu udělat dramatický.</a:t>
            </a:r>
          </a:p>
          <a:p>
            <a:r>
              <a:t>3D efekt: Zkresluje plochy výsečí. U koláčového grafu se nepoužívá.</a:t>
            </a:r>
          </a:p>
          <a:p>
            <a:r>
              <a:t>Součet procent: Pokud nedává 100 %, musí být vysvětleno proč.</a:t>
            </a:r>
          </a:p>
          <a:p>
            <a:r>
              <a:t>Poctivost: Uvedení zdroje a omezení není slabina, ale známka kvality.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Uveď jednu konkrétní chybu z ukázky B a napiš, jak bys ji opravil.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konkrétní chyba (např. osa od 25) a konkrétní oprava (osa od nuly).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Infografika a prezentace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vytvoří infografiku, která data zobrazuje poctivě, a rozpozná zavádějící zobrazení.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Dva grafy ukazují stejná čísla, ale působí opačně. Čím to je?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 A 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Otevři obě infografiky ze složky Výstupy k posouzení.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NAJDI ROZDÍL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Která čísla jsou v obou stejná?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POJMENUJ TRIK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v B mění dojem?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Osa od nuly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Useknutá osa zveličí malý rozdíl. U sloupcového grafu patří nula do grafu.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Graf podle 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Sloupce na porovnání množství, koláč jen na podíly z celku a bez 3D.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Zdroj a omezení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Velikost vzorku, datum a původ dat patří k výsledku, ne do poznámky pod čarou.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Poctivá infografika říká i to, co z dat nevíme.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Canva, Infografika v Canvě.txt, Výstupy k posouzení/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Rozbor ukázek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Najdi v infografice B alespoň pět konkrétních chyb a zapiš je.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Vlastní infografika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Zpracuj obě sady dat ze zadání podle povinných prvků.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Ulož infografika.pdf a infografika.png a zdůvodni volbu formátů.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Seznam pěti chyb v ukázce B, vlastní infografika ve dvou formátech a zdůvodnění.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Obě osy v tvé infografice začínají na nule.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Uvedl jsi zdroj, velikost vzorku i datum.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poznámku o omezení dat.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Použil jsi nejvýše dvě písma a čtyři barvy.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Useknutá 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Nejčastější způsob, jak z malého rozdílu udělat dramatický.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3D efekt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Zkresluje plochy výsečí. U koláčového grafu se nepoužívá.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Součet procent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Pokud nedává 100 %, musí být vysvětleno proč.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Uvedení zdroje a omezení není slabina, ale známka kvality.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Uveď jednu konkrétní chybu z ukázky B a napiš, jak bys ji opravil.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konkrétní chyba (např. osa od 25) a konkrétní oprava (osa od nuly).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