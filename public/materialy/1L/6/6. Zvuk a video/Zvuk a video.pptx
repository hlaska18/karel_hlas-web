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vysvětlí vzorkování zvuku, vliv rozlišení a snímkové frekvence u videa a rozliší kontejner od kodeku.</a:t>
            </a:r>
          </a:p>
          <a:p>
            <a:r>
              <a:t>Soubory: Laboratoř – vzorkování zvuku.html, Média/, Parametry médií.csv, Zvuk a video.txt</a:t>
            </a:r>
          </a:p>
          <a:p>
            <a:r>
              <a:t>Výstup: Vyplněné Parametry médií.csv a odpovědi na části A, B a C souboru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Zvuk je plynulá vlna. Jak ho počítač uloží, když umí pracovat jen s čísly?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Vzorkování · Snímková frekvence · Kontejner a kodek</a:t>
            </a:r>
          </a:p>
          <a:p>
            <a:r>
              <a:t>Digitální záznam je vždy jen dostatečně hustý vzorek skutečnosti.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Laboratoř – vzorkování zvuku.html, Média/, Parametry médií.csv, Zvuk a video.txt</a:t>
            </a:r>
          </a:p>
          <a:p>
            <a:r>
              <a:t>12–22 min – modul 05 a poslech zvuků; 8 000 Hz je slyšet okamžitě.</a:t>
            </a:r>
          </a:p>
          <a:p>
            <a:r>
              <a:t>22–32 min – videa; upozorni, že při stejné kvalitě nemusí být 10fps soubor menší, protože každý snímek dostane více dat.</a:t>
            </a:r>
          </a:p>
          <a:p>
            <a:r>
              <a:t>32–40 min – kontejner vs. kodek, přirovnání ke krabici a způsobu skládání.</a:t>
            </a:r>
          </a:p>
          <a:p>
            <a:r>
              <a:t>Výstup: Vyplněné Parametry médií.csv a odpovědi na části A, B a C souboru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Umíš vysvětlit, co je vzorkovací frekvence.</a:t>
            </a:r>
          </a:p>
          <a:p>
            <a:r>
              <a:t>• Máš doplněné velikosti u všech souborů v CSV.</a:t>
            </a:r>
          </a:p>
          <a:p>
            <a:r>
              <a:t>• Popsal jsi konkrétní místo, kde je u silně komprimovaného videa vidět poškození.</a:t>
            </a:r>
          </a:p>
          <a:p>
            <a:r>
              <a:t>• Umíš rozlišit kontejner a kodek a uvést příklad obojího.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Vzorkování: Málo vzorků ztratí vysoké tóny. Málo úrovní přidá šum a zkreslení.</a:t>
            </a:r>
          </a:p>
          <a:p>
            <a:r>
              <a:t>Rozlišení videa: Poloviční rozměry znamenají čtvrtinu pixelů a výrazně menší soubor.</a:t>
            </a:r>
          </a:p>
          <a:p>
            <a:r>
              <a:t>Snímková frekvence: Ovlivňuje hlavně plynulost. Vliv na velikost závisí na nastavení kvality.</a:t>
            </a:r>
          </a:p>
          <a:p>
            <a:r>
              <a:t>Kontejner a kodek: MP4 nebo MKV je obal. H.264 nebo AV1 je způsob komprese obrazu uvnitř.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Vysvětli vlastními slovy rozdíl mezi kontejnerem a kodekem. Použij přirovnání.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přirovnání typu krabice a způsob zabalení; kontejner drží stopy pohromadě, kodek určuje, jak jsou data zakódovaná.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Základy práce se zvukem a videem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 vzorkování zvuku, vliv rozlišení a snímkové frekvence u videa a rozliší kontejner od kodeku.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Zvuk je plynulá vlna. Jak ho počítač uloží, když umí pracovat jen s čísly?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NAVRHNI POSTUP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Jak bys vlnu převedl na čísla?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ZAPIŠ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Jednou větou svůj nápad.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Kdo navrhl měřit v pravidelných intervalech?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Vzorkování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Měření hlasitosti mnohokrát za sekundu. CD používá 44 100 vzorků za sekundu.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Snímková frekvence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Počet obrázků za sekundu u videa. Určuje plynulost pohybu.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Kontejner a kodek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MP4 je obal, H.264 je způsob komprese uvnitř. Přípona sama nezaručí přehratelnost.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Digitální záznam je vždy jen dostatečně hustý vzorek skutečnosti.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Laboratoř – vzorkování zvuku.html, Média/, Parametry médií.csv, Zvuk a video.txt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Měň hustotu vzorků a počet úrovní. Sleduj, jak se tvar vlny vzdaluje originálu.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Poslech a přehrání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Porovnej čtyři zvuky a čtyři videa ve složce Média.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Doplň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Zapiš velikosti a svá pozorování do Parametry médií.csv.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Vyplněné Parametry médií.csv a odpovědi na části A, B a C souboru 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vysvětlit, co je vzorkovací frekvence.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doplněné velikosti u všech souborů v CSV.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Popsal jsi konkrétní místo, kde je u silně komprimovaného videa vidět poškození.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rozlišit kontejner a kodek a uvést příklad obojího.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Vzorkování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Málo vzorků ztratí vysoké tóny. Málo úrovní přidá šum a zkreslení.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Rozlišení videa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Poloviční rozměry znamenají čtvrtinu pixelů a výrazně menší soubor.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Snímková frekvence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Ovlivňuje hlavně plynulost. Vliv na velikost závisí na nastavení kvality.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Kontejner a kodek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MP4 nebo MKV je obal. H.264 nebo AV1 je způsob komprese obrazu uvnitř.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6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Vysvětli vlastními slovy rozdíl mezi kontejnerem a kodekem. Použij přirovnání.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přirovnání typu krabice a způsob zabalení; kontejner drží stopy pohromadě, kodek určuje, jak jsou data zakódovaná.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