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Otevři Laboratoř – rastr a vektor.html na projektoru. Běží offline, obrázky má v sobě, nic se nestahuje.</a:t>
            </a:r>
          </a:p>
          <a:p>
            <a:r>
              <a:t>Rozdej pracovní list Rastr a vektor.txt a rozbal Obrázky.zip do složky, kam studenti dosáhnou.</a:t>
            </a:r>
          </a:p>
          <a:p/>
          <a:p>
            <a:r>
              <a:t>CÍL HODINY</a:t>
            </a:r>
          </a:p>
          <a:p>
            <a:r>
              <a:t>Student rozliší rastrový a vektorový obrázek, vysvětlí, co se s každým stane při zvětšení, a vybere vhodný typ pro zadané použití.</a:t>
            </a:r>
          </a:p>
          <a:p/>
          <a:p>
            <a:r>
              <a:t>VÝSTUP, KTERÝ VYBÍRÁŠ</a:t>
            </a:r>
          </a:p>
          <a:p>
            <a:r>
              <a:t>Vyplněné části A a B pracovního listu Rastr a vektor.txt se zdůvodněním u všech šesti zadání.</a:t>
            </a:r>
          </a:p>
          <a:p/>
          <a:p>
            <a:r>
              <a:t>ROZVRŽENÍ</a:t>
            </a:r>
          </a:p>
          <a:p>
            <a:r>
              <a:t>5 min vlastní rozhodnutí · 7 min výklad · 28 min práce · 5 min rozbor a 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„Dneska začneme obráceně. Nejdřív se rozhodnete, teprve pak se to naučíte. Logo naší školy má jít na vizitku a zároveň na plachtu tři krát dva metry. Jaký soubor si vyžádáte od grafika? Napište si svou odpověď a k ní jeden konkrétní důvod. Máte dvě minuty.“</a:t>
            </a:r>
          </a:p>
          <a:p>
            <a:r>
              <a:t>Po dvou minutách: „Otočte se ke spolužákovi a najděte bod, ve kterém se lišíte. Ne kdo má pravdu — kde se rozcházíte.“</a:t>
            </a:r>
          </a:p>
          <a:p/>
          <a:p>
            <a:r>
              <a:t>CO DĚLÁŠ</a:t>
            </a:r>
          </a:p>
          <a:p>
            <a:r>
              <a:t>Choď mezi lavicemi a čti, co si píšou. Zapamatuj si dvě protichůdné odpovědi, vrátíš se k nim v rozboru na snímku 6.</a:t>
            </a:r>
          </a:p>
          <a:p>
            <a:r>
              <a:t>Nepotvrzuj ani nevyvracej. Na každé „je to správně?“ odpověz „to zjistíš za dvacet minut“.</a:t>
            </a:r>
          </a:p>
          <a:p/>
          <a:p>
            <a:r>
              <a:t>POZOR</a:t>
            </a:r>
          </a:p>
          <a:p>
            <a:r>
              <a:t>Tady se nesmí prozradit řešení. Celá hodina stojí na tom, že student má vlastní domněnku, kterou si pak sám ověří v laboratoři. Když odpověď řekneš teď, zbytek hodiny je opisování.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strop, ne doporučení.</a:t>
            </a:r>
          </a:p>
          <a:p/>
          <a:p>
            <a:r>
              <a:t>CO ŘEKNEŠ</a:t>
            </a:r>
          </a:p>
          <a:p>
            <a:r>
              <a:t>K bodu 01: „Rastrový obrázek je mřížka pixelů. Každý má svou barvu a jejich počet je daný v okamžiku, kdy obrázek vznikne. Fotoaparát nasnímal čtyři tisíce pixelů na šířku — víc jich už nikdy nebude.“</a:t>
            </a:r>
          </a:p>
          <a:p>
            <a:r>
              <a:t>K bodu 02: „Vektor není mřížka. Je to zápis: tady je kruh o takovém poloměru, tady křivka mezi těmihle body, tahle plocha je modrá. Obrázek se z toho zápisu vykreslí až ve chvíli, kdy ho chcete vidět — a vykreslí se přesně do velikosti, kterou zrovna potřebujete.“</a:t>
            </a:r>
          </a:p>
          <a:p>
            <a:r>
              <a:t>K bodu 03: „Odtud plyne celé pravidlo. Co vzniklo objektivem nebo skenerem, je rastr a vektor z toho neuděláte. Co jste složili z tvarů, dělejte vektorem.“</a:t>
            </a:r>
          </a:p>
          <a:p>
            <a:r>
              <a:t>Závěr: „Zapamatujte si jednu větu: zvětšení neumí doplnit informaci, která v souboru není.“</a:t>
            </a:r>
          </a:p>
          <a:p/>
          <a:p>
            <a:r>
              <a:t>CO DĚLÁŠ</a:t>
            </a:r>
          </a:p>
          <a:p>
            <a:r>
              <a:t>Napiš tu poslední větu na tabuli a nech ji tam do konce hodiny. Budeš se na ni odvolávat u každého sporného zadání.</a:t>
            </a:r>
          </a:p>
          <a:p>
            <a:r>
              <a:t>Než pustíš studenty k práci, ověř porozumění: „Mám fotku 200 × 200 pixelů a chci ji na plakát. Půjde to?“ Odpověď „ano, ale bude rozmazaná“ je správně. „Ano, stačí ji zvětšit“ znamená, že se máš vrátit k bodu 01.</a:t>
            </a:r>
          </a:p>
          <a:p/>
          <a:p>
            <a:r>
              <a:t>POZOR</a:t>
            </a:r>
          </a:p>
          <a:p>
            <a:r>
              <a:t>Nezabíhej do formátů (JPEG, PNG, SVG) ani do komprese. To přijde v hodině 3. Tady stačí rozdíl rastr a vektor.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 Nejdelší část hodiny. Ty jsi tu už jen pro dotazy.</a:t>
            </a:r>
          </a:p>
          <a:p/>
          <a:p>
            <a:r>
              <a:t>CO ŘEKNEŠ</a:t>
            </a:r>
          </a:p>
          <a:p>
            <a:r>
              <a:t>„Otevřete si laboratoř a pracovní list Rastr a vektor.txt. Pracujete ve dvojici, ale píše každý sám. Do dvaadvaceti minut chci mít hotovou část A, pak jdeme na šest rozhodnutí.“</a:t>
            </a:r>
          </a:p>
          <a:p/>
          <a:p>
            <a:r>
              <a:t>12–22 MIN · POZOROVÁNÍ V LABORATOŘI</a:t>
            </a:r>
          </a:p>
          <a:p>
            <a:r>
              <a:t>V modulu 01 táhnou posuvníkem až na 800 %. Obcházej a ptej se: „Při kolika procentech se ti objevily první pixely?“ Ať odpoví číslem — nutí je to dívat se, ne hádat.</a:t>
            </a:r>
          </a:p>
          <a:p>
            <a:r>
              <a:t>Kdo je hotový dřív, dostane otázku 3 z části A: proč je logo_vektor.svg menší než logo_png.png.</a:t>
            </a:r>
          </a:p>
          <a:p/>
          <a:p>
            <a:r>
              <a:t>22–32 MIN · ŠEST ROZHODNUTÍ</a:t>
            </a:r>
          </a:p>
          <a:p>
            <a:r>
              <a:t>Zadání 1 až 5 jsou jednoznačná a mají jít rychle. Trvej na tom, že u každého je napsaná věta proč. Samotné slovo „rastr“ se neuznává.</a:t>
            </a:r>
          </a:p>
          <a:p/>
          <a:p>
            <a:r>
              <a:t>32–40 MIN · SPORNÁ ZADÁNÍ</a:t>
            </a:r>
          </a:p>
          <a:p>
            <a:r>
              <a:t>Hraniční je zadání 6, náhledový obrázek k článku. Obhájit jde obojí a přesně o to jde: rozhoduje, co je na obrázku, ne kde bude umístěný. Fotka je rastr, kreslená ilustrace vektor.</a:t>
            </a:r>
          </a:p>
          <a:p>
            <a:r>
              <a:t>Nech zaznít obě odpovědi od studentů a teprve pak řekni, že správně jsou obě — pokud u nich stojí podmínka.</a:t>
            </a:r>
          </a:p>
          <a:p/>
          <a:p>
            <a:r>
              <a:t>VÝSTUP</a:t>
            </a:r>
          </a:p>
          <a:p>
            <a:r>
              <a:t>Vyplněné části A a B pracovního listu se zdůvodněním u všech šesti zadání.</a:t>
            </a:r>
          </a:p>
          <a:p/>
          <a:p>
            <a:r>
              <a:t>KDYŽ NENÍ ČAS</a:t>
            </a:r>
          </a:p>
          <a:p>
            <a:r>
              <a:t>Škrtni část C o trasování. Vrátíš se k ní na začátku hodiny 3, kde stejně přijde řeč na ztrátu informace.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mi to odevzdáte, projedeme čtyři věci. Odškrtávejte si je.“</a:t>
            </a:r>
          </a:p>
          <a:p>
            <a:r>
              <a:t>Čti body nahlas jeden po druhém a mezi nimi nech pauzu, ať mají čas doplnit, co jim chybí.</a:t>
            </a:r>
          </a:p>
          <a:p/>
          <a:p>
            <a:r>
              <a:t>CO DĚLÁŠ</a:t>
            </a:r>
          </a:p>
          <a:p>
            <a:r>
              <a:t>Potíže dělá jen čtvrtý bod — podmínka u hraničního případu. Když ho nemá skoro nikdo, není to selhání třídy, ale znamení, že se k němu musíš vrátit v rozboru na dalším snímku.</a:t>
            </a:r>
          </a:p>
          <a:p/>
          <a:p>
            <a:r>
              <a:t>POZOR</a:t>
            </a:r>
          </a:p>
          <a:p>
            <a:r>
              <a:t>Tohle není známkování. Je to poslední šance práci dodělat, ne soupis chyb.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Vrať se k úvodní otázce: „Na začátku hodiny jsem slyšel dvě různé odpovědi na logo na plachtě. Kdo změnil názor a proč?“</a:t>
            </a:r>
          </a:p>
          <a:p>
            <a:r>
              <a:t>Teprve potom shrň čtyři závěry ze snímku — ale ať je vysloví studenti, ne ty. Ptej se „co se stane s rastrem při zvětšení?“ a doplň jen to, co nezazní.</a:t>
            </a:r>
          </a:p>
          <a:p/>
          <a:p>
            <a:r>
              <a:t>OČEKÁVANÉ ZÁVĚRY</a:t>
            </a:r>
          </a:p>
          <a:p>
            <a:r>
              <a:t>Rastr: pevný počet pixelů, zvětšením se jen roztáhnou, detail nepřibude.</a:t>
            </a:r>
          </a:p>
          <a:p>
            <a:r>
              <a:t>Vektor: popis tvarů, vykreslí se ostře v jakékoli velikosti, proto loga a ikony.</a:t>
            </a:r>
          </a:p>
          <a:p>
            <a:r>
              <a:t>Velikost souboru: jednoduchá vektorová značka bývá výrazně menší než rastr téhož motivu.</a:t>
            </a:r>
          </a:p>
          <a:p>
            <a:r>
              <a:t>Hranice: fotografii nelze automatickým převodem udělat vektorovou beze ztráty, trasování ji zjednoduší.</a:t>
            </a:r>
          </a:p>
          <a:p/>
          <a:p>
            <a:r>
              <a:t>POZOR</a:t>
            </a:r>
          </a:p>
          <a:p>
            <a:r>
              <a:t>Hodnoť postup a zdůvodnění, ne shodu s jednou formulací. Student, který řekne „vektor je předpis, ne obrázek“, to pochopil líp než ten, kdo odříká definici ze snímku.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„Poslední úkol a ten jde každý sám, ne ve dvojici. Kamarád chce logo klubu na tričko i na malou nálepku. Co mu poradíš a proč? Jedna nebo dvě věty vlastními slovy.“</a:t>
            </a:r>
          </a:p>
          <a:p/>
          <a:p>
            <a:r>
              <a:t>CO DĚLÁŠ</a:t>
            </a:r>
          </a:p>
          <a:p>
            <a:r>
              <a:t>Sbírej u dveří, každý odevzdá lístek. Je to doklad o učení každého jednotlivce — v části B pracovního listu se dvojice kryjí, tady ne.</a:t>
            </a:r>
          </a:p>
          <a:p>
            <a:r>
              <a:t>Než odejdeš z učebny, přeběhni lístky očima. Kdo napsal rastr, potřebuje na začátku hodiny 2 minutu navíc.</a:t>
            </a:r>
          </a:p>
          <a:p/>
          <a:p>
            <a:r>
              <a:t>OČEKÁVANÁ ODPOVĚĎ</a:t>
            </a:r>
          </a:p>
          <a:p>
            <a:r>
              <a:t>Vektor (SVG), protože z jednoho zdroje se vytiskne tričko i nálepka bez ztráty ostrosti.</a:t>
            </a:r>
          </a:p>
          <a:p>
            <a:r>
              <a:t>Uznej i odpověď „vektor a z něj si nechá vyexportovat rastr v potřebné velikosti“ — to je vlastně přesnější popis reálného postupu.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1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Rastrová a vektorová grafika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rozliší rastrový a vektorový obrázek, vysvětlí, co se s každým stane při zvětšení, a vybere vhodný typ pro zadané použití.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Logo školy má být na vizitce i na plachtě 3 × 2 m. Jaký soubor si vyžádáš od grafika?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ROZHODNI SÁM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Zapiš svou volbu a jeden konkrétní důvod.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VE DVOJICI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Najděte bod, ve kterém se lišíte.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PŘIPRAV OBHAJOBU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by tvé rozhodnutí změnilo?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Rastr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Mřížka pixelů. Každý pixel má svou barvu. Počet pixelů je dán při vzniku a nelze ho doplnit.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Vektor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Matematický popis tvarů — body, křivky, výplně. Vykresluje se až při zobrazení, proto je ostrý v každé velikosti.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typu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Fotografie a skeny patří rastru. Loga, ikony a schémata patří vektoru.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Zvětšení neumí doplnit informaci, která v souboru není.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rastr a vektor.html, Rastr a vektor.txt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Pozoruj v laboratoři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V modulu 01 táhni posuvníkem na 800 % a sleduj okraje obou obrázků.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Porovnej soubory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Otevři rastr_64px.png a logo_vektor.svg. Zapiš velikosti a co vidíš.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Rozhodni šest zadání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V části B pracovního listu urči u každého rastr, nebo vektor, a napiš proč.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části A a B pracovního listu a zdůvodnění u všech šesti zadání.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každého ze šesti zadání máš napsané zdůvodnění, ne jen slovo rastr nebo vektor.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vlastními slovy říct, proč se vektor nerozpadne při zvětšení.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Zapsal jsi velikosti obou souborů a všiml sis rozdílu.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hraničního případu jsi uvedl podmínku, za které by platila druhá odpověď.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Rastr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Pevný počet pixelů. Zvětšením se pixely jen roztáhnou, detail nepřibude.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Vektor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Popis tvarů. Vykreslí se v jakékoli velikosti ostře, proto se hodí na loga a ikony.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Velikost souboru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Jednoduchá vektorová značka bývá výrazně menší než rastr téhož motivu.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Hranice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Fotografii nelze automatickým převodem udělat vektorovou beze ztráty; trasování ji zjednoduší.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Kamarád chce logo klubu na tričko i na malou nálepku. Co mu doporučíš a proč?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vektor (SVG), protože jedno zdrojové dílo poslouží pro obě velikosti bez ztráty ostrosti.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