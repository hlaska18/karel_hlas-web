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Ověř školní přístup do Canvy a pravidla organizace pro účty nezletilých. Tohle je jediná hodina bloku, která potřebuje přihlášení k externí službě — vyřeš to dřív než v hodině.</a:t>
            </a:r>
          </a:p>
          <a:p>
            <a:r>
              <a:t>Rozbal Výstupy k posouzení.zip a rozdej Infografika v Canvě.txt. Studenti potřebují mít infografiku A i B otevřenou vedle sebe.</a:t>
            </a:r>
          </a:p>
          <a:p/>
          <a:p>
            <a:r>
              <a:t>KDYŽ CANVA NENÍ</a:t>
            </a:r>
          </a:p>
          <a:p>
            <a:r>
              <a:t>Metodika s tím počítá: infografika se navrhne na papír A4 podle stejných kritérií. Hodnotí se rozvržení a poctivost zobrazení, ne ovládání nástroje. Rozbor ukázek A a B proběhne beze změny — je to jen prohlížení obrázků.</a:t>
            </a:r>
          </a:p>
          <a:p/>
          <a:p>
            <a:r>
              <a:t>CÍL HODINY</a:t>
            </a:r>
          </a:p>
          <a:p>
            <a:r>
              <a:t>Student vytvoří infografiku, která data zobrazuje poctivě, a rozpozná zavádějící zobrazení.</a:t>
            </a:r>
          </a:p>
          <a:p/>
          <a:p>
            <a:r>
              <a:t>VÝSTUP, KTERÝ VYBÍRÁŠ</a:t>
            </a:r>
          </a:p>
          <a:p>
            <a:r>
              <a:t>Seznam pěti chyb v ukázce B, vlastní infografika ve dvou formátech a zdůvodnění.</a:t>
            </a:r>
          </a:p>
          <a:p/>
          <a:p>
            <a:r>
              <a:t>ROZVRŽENÍ</a:t>
            </a:r>
          </a:p>
          <a:p>
            <a:r>
              <a:t>5 min porovnání · 7 min výklad · 28 min práce · 5 min rozbor a 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„Otevřete si obě infografiky ze složky Výstupy k posouzení vedle sebe. Ukazují stejná čísla. Působí opačně. Nejdřív najděte čísla, která jsou v obou stejná — a pak pojmenujte, čím to je.“</a:t>
            </a:r>
          </a:p>
          <a:p/>
          <a:p>
            <a:r>
              <a:t>CO DĚLÁŠ</a:t>
            </a:r>
          </a:p>
          <a:p>
            <a:r>
              <a:t>Nech je pracovat mlčky a nekomentuj. Většina třídy nejdřív řekne „B je barevnější“. To je pozorování, ne odpověď — pošli je zpátky k číslům.</a:t>
            </a:r>
          </a:p>
          <a:p>
            <a:r>
              <a:t>Kdo najde useknutou osu do pěti minut, dostane úkol navíc: ať najde ještě dvě další chyby, než se to začne probírat.</a:t>
            </a:r>
          </a:p>
          <a:p/>
          <a:p>
            <a:r>
              <a:t>POZOR</a:t>
            </a:r>
          </a:p>
          <a:p>
            <a:r>
              <a:t>Tady se nesmí prozradit seznam chyb. Celá hodina stojí na tom, že si je studenti najdou sami.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Promítej u toho ukázku B.</a:t>
            </a:r>
          </a:p>
          <a:p/>
          <a:p>
            <a:r>
              <a:t>CO ŘEKNEŠ</a:t>
            </a:r>
          </a:p>
          <a:p>
            <a:r>
              <a:t>K bodu 01: „Sloupcový graf porovnává výšky. Když osa nezačíná na nule, výšky přestanou odpovídat číslům — z rozdílu tří procent se stane sloupec dvakrát vyšší. Tohle je nejčastější způsob, jak lhát pravdivými čísly.“</a:t>
            </a:r>
          </a:p>
          <a:p>
            <a:r>
              <a:t>K bodu 02: „Sloupce jsou na porovnávání množství. Koláč jen na podíly z jednoho celku — a nikdy ve 3D, protože nakloněním se přední výseč opticky zvětší.“</a:t>
            </a:r>
          </a:p>
          <a:p>
            <a:r>
              <a:t>K bodu 03: „A poslední věc, na kterou se zapomíná nejčastěji: odkud data jsou, kolika lidí se ptali a kdy. Bez toho není graf informace, ale obrázek.“</a:t>
            </a:r>
          </a:p>
          <a:p>
            <a:r>
              <a:t>Závěr: „Poctivá infografika říká i to, co z dat nevíme.“</a:t>
            </a:r>
          </a:p>
          <a:p/>
          <a:p>
            <a:r>
              <a:t>CO DĚLÁŠ</a:t>
            </a:r>
          </a:p>
          <a:p>
            <a:r>
              <a:t>Ukaž useknutou osu přímo na promítnuté ukázce B a zakryj rukou spodek grafu — rozdíl je vidět okamžitě.</a:t>
            </a:r>
          </a:p>
          <a:p/>
          <a:p>
            <a:r>
              <a:t>POZOR</a:t>
            </a:r>
          </a:p>
          <a:p>
            <a:r>
              <a:t>Neříkej ostatní chyby z ukázky B. Osa stačí jako příklad, zbytek si mají najít.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/>
          <a:p>
            <a:r>
              <a:t>CO ŘEKNEŠ</a:t>
            </a:r>
          </a:p>
          <a:p>
            <a:r>
              <a:t>„Nejdřív najdete v ukázce B aspoň pět konkrétních chyb a zapíšete je. Konkrétní znamená, že u každé napíšete, kde je a jak by se opravila. Pak teprve tvoříte vlastní.“</a:t>
            </a:r>
          </a:p>
          <a:p/>
          <a:p>
            <a:r>
              <a:t>12–20 MIN · ROZBOR UKÁZEK</a:t>
            </a:r>
          </a:p>
          <a:p>
            <a:r>
              <a:t>Pět chyb, které v ukázce B jsou: osa začíná na 25 místo na nule · koláčový graf ve 3D · součet procent dává 104 % · zdroj uvedený jako „internet“ · emoční titulky, které v datech nemají oporu.</a:t>
            </a:r>
          </a:p>
          <a:p>
            <a:r>
              <a:t>Kdo najde všech pět, dostane šestou otázku: chybí velikost vzorku a datum sběru. Uznej i další chyby, které vážně obhájí.</a:t>
            </a:r>
          </a:p>
          <a:p/>
          <a:p>
            <a:r>
              <a:t>20–34 MIN · VLASTNÍ TVORBA</a:t>
            </a:r>
          </a:p>
          <a:p>
            <a:r>
              <a:t>Obě sady dat ze zadání, povinné prvky podle pracovního listu.</a:t>
            </a:r>
          </a:p>
          <a:p>
            <a:r>
              <a:t>Nejčastější prohřešek studentů je právě ten, který před chvílí kritizovali: Canva useknutou osu nabídne sama a vypadá to líp. Obcházej a kontroluj osy.</a:t>
            </a:r>
          </a:p>
          <a:p>
            <a:r>
              <a:t>Druhý prohřešek je pět písem a osm barev. Strop jsou dvě písma a čtyři barvy a je to v kontrole.</a:t>
            </a:r>
          </a:p>
          <a:p/>
          <a:p>
            <a:r>
              <a:t>34–40 MIN · ZPĚTNÁ VAZBA</a:t>
            </a:r>
          </a:p>
          <a:p>
            <a:r>
              <a:t>Promítni dva až tři výstupy a projeď je podle kritérií. Ptej se třídy, ne autora — a začni tím, co je na výstupu dobře.</a:t>
            </a:r>
          </a:p>
          <a:p/>
          <a:p>
            <a:r>
              <a:t>VÝSTUP</a:t>
            </a:r>
          </a:p>
          <a:p>
            <a:r>
              <a:t>Seznam pěti chyb v ukázce B, vlastní infografika ve dvou formátech a zdůvodnění.</a:t>
            </a:r>
          </a:p>
          <a:p/>
          <a:p>
            <a:r>
              <a:t>KDYŽ NENÍ ČAS</a:t>
            </a:r>
          </a:p>
          <a:p>
            <a:r>
              <a:t>Zkrať vlastní tvorbu na jednu sadu dat. Rozbor ukázek nekrať, ten nese celou hodinu.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 mezi nimi nech pauzu.</a:t>
            </a:r>
          </a:p>
          <a:p/>
          <a:p>
            <a:r>
              <a:t>CO DĚLÁŠ</a:t>
            </a:r>
          </a:p>
          <a:p>
            <a:r>
              <a:t>Bod o omezení dat je ten, který skoro nikdo nemá. Řekni k němu příklad: „Ptali jsme se jen naší školy, takže to neplatí o všech středoškolácích.“ Jedna taková věta stačí.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Otevři otázku, která hodinu přesahuje: „Myslíte, že ten, kdo dělal ukázku B, lhal?“</a:t>
            </a:r>
          </a:p>
          <a:p>
            <a:r>
              <a:t>Nech to chvíli běžet. Dobrý závěr je, že všechna čísla v B jsou pravdivá a graf přesto klame — a že se to dá udělat i bez úmyslu, protože nástroj to sám nabídne.</a:t>
            </a:r>
          </a:p>
          <a:p>
            <a:r>
              <a:t>Pak nech studenty vyslovit čtyři závěry ze snímku a doplň jen to, co nezazní.</a:t>
            </a:r>
          </a:p>
          <a:p/>
          <a:p>
            <a:r>
              <a:t>OČEKÁVANÉ ZÁVĚRY</a:t>
            </a:r>
          </a:p>
          <a:p>
            <a:r>
              <a:t>Useknutá osa: nejčastější způsob, jak z malého rozdílu udělat dramatický.</a:t>
            </a:r>
          </a:p>
          <a:p>
            <a:r>
              <a:t>3D efekt: zkresluje plochy výsečí, u koláčového grafu se nepoužívá.</a:t>
            </a:r>
          </a:p>
          <a:p>
            <a:r>
              <a:t>Součet procent: pokud nedává 100 %, musí být vysvětleno proč.</a:t>
            </a:r>
          </a:p>
          <a:p>
            <a:r>
              <a:t>Poctivost: uvedení zdroje a omezení není slabina, ale známka kvality.</a:t>
            </a:r>
          </a:p>
          <a:p/>
          <a:p>
            <a:r>
              <a:t>POZOR</a:t>
            </a:r>
          </a:p>
          <a:p>
            <a:r>
              <a:t>Hodnoť postup a zdůvodnění, ne grafickou zdatnost. Střízlivá infografika s poctivými osami je lepší výsledek než efektní s useknutou.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sám. Jedna konkrétní chyba z ukázky B a jak bys ji opravil.“</a:t>
            </a:r>
          </a:p>
          <a:p/>
          <a:p>
            <a:r>
              <a:t>CO DĚLÁŠ</a:t>
            </a:r>
          </a:p>
          <a:p>
            <a:r>
              <a:t>Sbírej u dveří. Bez opravy se lístek nepočítá — najít chybu umí každý, opravit ji je ta dovednost.</a:t>
            </a:r>
          </a:p>
          <a:p/>
          <a:p>
            <a:r>
              <a:t>OČEKÁVANÁ ODPOVĚĎ</a:t>
            </a:r>
          </a:p>
          <a:p>
            <a:r>
              <a:t>Konkrétní chyba (osa od 25) a konkrétní oprava (osa od nuly). Stejně dobré je 3D koláč → plochý koláč nebo dva sloupce, nebo zdroj „internet“ → název průzkumu, počet dotázaných a datum.</a:t>
            </a:r>
          </a:p>
          <a:p>
            <a:r>
              <a:t>Odpověď „bylo to zavádějící, udělal bych to líp“ vrať. To není oprava.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Infografika a prezentace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infografiku, která data zobrazuje poctivě, a rozpozná zavádějící zobrazení.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Dva grafy ukazují stejná čísla, ale působí opačně. Čím to je?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A A 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Otevři obě infografiky ze složky Výstupy k posouzení.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NAJDI ROZDÍL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Která čísla jsou v obou stejná?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POJMENUJ TRIK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 B mění dojem?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Osa od nuly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Useknutá osa zveličí malý rozdíl. U sloupcového grafu patří nula do grafu.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Graf podle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Sloupce na porovnání množství, koláč jen na podíly z celku a bez 3D.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Zdroj a omezení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Velikost vzorku, datum a původ dat patří k výsledku, ne do poznámky pod čarou.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Poctivá infografika říká i to, co z dat nevíme.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Canva, Infografika v Canvě.txt, Výstupy k posouzení/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Rozbor ukázek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Najdi v infografice B alespoň pět konkrétních chyb a zapiš je.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Vlastní infografika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obě sady dat ze zadání podle povinných prvků.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Ulož infografika.pdf a infografika.png a zdůvodni volbu formátů.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Seznam pěti chyb v ukázce B, vlastní infografika ve dvou formátech a zdůvodnění.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Obě osy v tvé infografice začínají na nule.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Uvedl jsi zdroj, velikost vzorku i datum.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poznámku o omezení dat.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dvě písma a čtyři barvy.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 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Useknutá 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Nejčastější způsob, jak z malého rozdílu udělat dramatický.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3D efekt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Zkresluje plochy výsečí. U koláčového grafu se nepoužívá.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Součet procent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nedává 100 %, musí být vysvětleno proč.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Uvedení zdroje a omezení není slabina, ale známka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Uveď jednu konkrétní chybu z ukázky B a napiš, jak bys ji opravil.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chyba (např. osa od 25) a konkrétní oprava (osa od nuly).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