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Ověř, že GIMP je na všech stanicích a spustí se. První spuštění trvá dlouho, ať to nekrade čas z hodiny.</a:t>
            </a:r>
          </a:p>
          <a:p>
            <a:r>
              <a:t>Rozbal Obrázky.zip a rozdej Úprava obrázku v GIMPu.txt. Soubor foto_original.png musí mít každý ve své vlastní kopii.</a:t>
            </a:r>
          </a:p>
          <a:p/>
          <a:p>
            <a:r>
              <a:t>KDYŽ GIMP NENÍ</a:t>
            </a:r>
          </a:p>
          <a:p>
            <a:r>
              <a:t>Veď hodinu jako řízenou demonstraci na projektoru a studenti zapisují postup a rozhodnutí do sešitu — tak to má i metodika. Ukázat se musí obojí: panel vrstev a rozdíl mezi uložením .xcf a exportem .jpg.</a:t>
            </a:r>
          </a:p>
          <a:p/>
          <a:p>
            <a:r>
              <a:t>CÍL HODINY</a:t>
            </a:r>
          </a:p>
          <a:p>
            <a:r>
              <a:t>Student provede základní úpravy rastrového snímku, pracuje s vrstvami a exportuje výstup ve vhodném formátu a velikosti.</a:t>
            </a:r>
          </a:p>
          <a:p/>
          <a:p>
            <a:r>
              <a:t>VÝSTUP, KTERÝ VYBÍRÁŠ</a:t>
            </a:r>
          </a:p>
          <a:p>
            <a:r>
              <a:t>Soubor uprava.xcf, tři exporty a tabulka s rozměry, velikostmi a účelem.</a:t>
            </a:r>
          </a:p>
          <a:p/>
          <a:p>
            <a:r>
              <a:t>ROZVRŽENÍ</a:t>
            </a:r>
          </a:p>
          <a:p>
            <a:r>
              <a:t>5 min otázka · 7 min ukázka · 28 min práce · 5 min rozbor a 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„Každý grafický program vás nutí ukládat dva soubory: pracovní a výsledný. Proč? Napište si jednu vlastnost, o kterou přijdete, když uložíte rovnou do JPEG.“</a:t>
            </a:r>
          </a:p>
          <a:p/>
          <a:p>
            <a:r>
              <a:t>CO DĚLÁŠ</a:t>
            </a:r>
          </a:p>
          <a:p>
            <a:r>
              <a:t>Nechej odpovědi zapsané a nekomentuj je. Na konci hodiny si je studenti sami zkontrolují — do té doby si na ztrátu vrstev sáhnou.</a:t>
            </a:r>
          </a:p>
          <a:p>
            <a:r>
              <a:t>Kdo napíše „kvalitu“, má pravdu jen z poloviny. Hlavní ztráta je, že se vrstvy slijí do jednoho obrazu.</a:t>
            </a:r>
          </a:p>
          <a:p/>
          <a:p>
            <a:r>
              <a:t>POZOR</a:t>
            </a:r>
          </a:p>
          <a:p>
            <a:r>
              <a:t>Neodpovídej. Tahle hodina má jedinou skutečnou pointu a ta se musí ukázat, ne říct.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 a část z nich ukazuj přímo v GIMPu na projektoru.</a:t>
            </a:r>
          </a:p>
          <a:p/>
          <a:p>
            <a:r>
              <a:t>CO ŘEKNEŠ</a:t>
            </a:r>
          </a:p>
          <a:p>
            <a:r>
              <a:t>K bodu 01: „Vrstvy si představte jako průhledné fólie položené na sebe. Text je na jedné, fotka na druhé. Dokud jsou oddělené, můžete kteroukoli z nich posunout nebo smazat, aniž byste sáhli na ostatní.“</a:t>
            </a:r>
          </a:p>
          <a:p>
            <a:r>
              <a:t>K bodu 02: „Pracovní soubor .xcf si ty fólie pamatuje. Export do JPEG je slije do jednoho obrazu — a to je jednosměrná cesta. Z JPEGu vrstvy nikdo nevytáhne.“</a:t>
            </a:r>
          </a:p>
          <a:p>
            <a:r>
              <a:t>K bodu 03: „Export není ukládání. Je to rozhodnutí, kam obrázek půjde: jaký formát, jaký rozměr, jaká kvalita.“</a:t>
            </a:r>
          </a:p>
          <a:p>
            <a:r>
              <a:t>Závěr: „A jedno pravidlo, které platí ve všech programech: původní soubor nikdy nepřepisujte. Upravujte kopii.“</a:t>
            </a:r>
          </a:p>
          <a:p/>
          <a:p>
            <a:r>
              <a:t>CO DĚLÁŠ</a:t>
            </a:r>
          </a:p>
          <a:p>
            <a:r>
              <a:t>Ukaž na projektoru dvě věci a nic víc: jak vypadá panel vrstev, a kde je rozdíl mezi Uložit jako (.xcf) a Exportovat jako (.jpg). Právě tohle studenti nejčastěji spletou.</a:t>
            </a:r>
          </a:p>
          <a:p/>
          <a:p>
            <a:r>
              <a:t>POZOR</a:t>
            </a:r>
          </a:p>
          <a:p>
            <a:r>
              <a:t>Neuč GIMP jako program. Nástroje najdou sami, hodina je o postupu — nedestruktivní práce a vědomý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Nejvíc dotazů přijde v prvních pěti minutách, počítej s tím.</a:t>
            </a:r>
          </a:p>
          <a:p/>
          <a:p>
            <a:r>
              <a:t>CO ŘEKNEŠ</a:t>
            </a:r>
          </a:p>
          <a:p>
            <a:r>
              <a:t>„Otevřete si svou kopii foto_original.png a pracovní list. Postup je v něm krok za krokem. Do dvaceti minut chci mít ořez a jas, pak jdeme na text.“</a:t>
            </a:r>
          </a:p>
          <a:p/>
          <a:p>
            <a:r>
              <a:t>12–20 MIN · OŘEZ A TONÁLNÍ ÚPRAVA</a:t>
            </a:r>
          </a:p>
          <a:p>
            <a:r>
              <a:t>Ořez na poměr 16:9 a úprava jasu a kontrastu. Trvej na tom, aby si zapsali použité hodnoty — bez toho se úprava nedá zopakovat ani obhájit.</a:t>
            </a:r>
          </a:p>
          <a:p>
            <a:r>
              <a:t>Obcházej a hlídej jedinou věc: jestli někdo nepřepisuje originál. Kdo to udělá, dostane novou kopii ze ZIPu a je to dobrá připomínka, ne trest.</a:t>
            </a:r>
          </a:p>
          <a:p/>
          <a:p>
            <a:r>
              <a:t>20–30 MIN · TEXTOVÁ VRSTVA A ULOŽENÍ .XCF</a:t>
            </a:r>
          </a:p>
          <a:p>
            <a:r>
              <a:t>Přidají textovou vrstvu a uloží pracovní verzi jako uprava.xcf.</a:t>
            </a:r>
          </a:p>
          <a:p>
            <a:r>
              <a:t>Tady se odehraje pointa hodiny. Až budou mít .xcf, řekni: „Teď zavřete GIMP, otevřete svůj export a zkuste ten text posunout.“ Nejde to. Otevřou .xcf a jde to. Nechej to chvíli působit.</a:t>
            </a:r>
          </a:p>
          <a:p/>
          <a:p>
            <a:r>
              <a:t>30–40 MIN · TŘI EXPORTY</a:t>
            </a:r>
          </a:p>
          <a:p>
            <a:r>
              <a:t>export_web.jpg, export_tisk.png a export_maly.jpg podle zadání. U každého zapíšou rozměry v pixelech, velikost v kB a účel.</a:t>
            </a:r>
          </a:p>
          <a:p>
            <a:r>
              <a:t>Ptej se u tabule: „Který z těch tří pošleš do časopisu a který na web školy?“ Ať zdůvodní účelem, ne velikostí.</a:t>
            </a:r>
          </a:p>
          <a:p/>
          <a:p>
            <a:r>
              <a:t>VÝSTUP</a:t>
            </a:r>
          </a:p>
          <a:p>
            <a:r>
              <a:t>Soubor uprava.xcf, tři exporty a tabulka s rozměry, velikostmi a účelem.</a:t>
            </a:r>
          </a:p>
          <a:p/>
          <a:p>
            <a:r>
              <a:t>KDYŽ NENÍ ČAS</a:t>
            </a:r>
          </a:p>
          <a:p>
            <a:r>
              <a:t>Vynech export_maly.jpg. Dvojice web a tisk stačí na to, aby byl rozdíl vidět.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První bod ověř namátkou sám: otevři dvěma studentům složku a podívej se na datum změny u foto_original.png. Přepsaný originál je nejčastější chyba téhle hodiny.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 úvodní otázce: „Na začátku jste psali, o co přijdete při uložení do JPEG. Kdo to má napsané správně?“</a:t>
            </a:r>
          </a:p>
          <a:p>
            <a:r>
              <a:t>Očekávaná odpověď je „o vrstvy“, ne jen „o kvalitu“. Kdo napsal kvalitu, má pravdu z poloviny.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Vrstvy: umožňují vracet se k rozhodnutím. Export je slije do jednoho obrazu.</a:t>
            </a:r>
          </a:p>
          <a:p>
            <a:r>
              <a:t>Formát podle cíle: web snese menší rozměr a JPEG, tisk potřebuje plnou velikost.</a:t>
            </a:r>
          </a:p>
          <a:p>
            <a:r>
              <a:t>Ztráta je trvalá: z exportovaného JPEGu vrstvy ani ztracený detail nezískáš.</a:t>
            </a:r>
          </a:p>
          <a:p>
            <a:r>
              <a:t>Pracovní kopie: vždy upravuj duplikát, originál je jediný zdroj plné kvality.</a:t>
            </a:r>
          </a:p>
          <a:p/>
          <a:p>
            <a:r>
              <a:t>POZOR</a:t>
            </a:r>
          </a:p>
          <a:p>
            <a:r>
              <a:t>Hodnoť postup a zdůvodnění, ne shodu s jednou formulací. Krásná fotka s přepsaným originálem je horší výsledek než průměrná úprava s čistým postupem.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sám, jedna dvě věty. Který ze svých tří exportů bys poslal do školního časopisu a proč právě ten?“</a:t>
            </a:r>
          </a:p>
          <a:p/>
          <a:p>
            <a:r>
              <a:t>CO DĚLÁŠ</a:t>
            </a:r>
          </a:p>
          <a:p>
            <a:r>
              <a:t>Sbírej u dveří. Zajímá tě zdůvodnění, ne který soubor vybrali.</a:t>
            </a:r>
          </a:p>
          <a:p/>
          <a:p>
            <a:r>
              <a:t>OČEKÁVANÁ ODPOVĚĎ</a:t>
            </a:r>
          </a:p>
          <a:p>
            <a:r>
              <a:t>Export s dostatečným rozlišením a nízkou kompresí, zdůvodněný účelem — časopis se tiskne, takže rozhoduje počet pixelů, ne velikost souboru.</a:t>
            </a:r>
          </a:p>
          <a:p>
            <a:r>
              <a:t>Odpověď „ten nejmenší, ať se to snadno pošle“ je typická a chybná. Připomeň hodinu 2: zmenšit lze vždycky, zvětšit už 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Úprava fotografie v GIMPu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provede základní úpravy rastrového snímku, pracuje s vrstvami a exportuje výstup ve vhodném formátu a velikosti.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Proč se v grafických programech ukládá pracovní soubor zvlášť od výsledného obrázku?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všechno se ztratí, když uložíš rovnou do JPEG?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Jednu vlastnost, o kterou přijdeš.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OVĚŘÍME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 konci hodiny si odpověď zkontroluješ.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Vrstvy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Nad sebou ležící průhledné fólie. Úpravy zůstávají oddělené a lze je vzít zpět.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Nedestruktivní postup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Pracovní soubor .xcf zachová vrstvy. Export do JPEG je jednosměrný.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Volba formátu, rozměru a kvality podle toho, kam výstup půjde.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Původní soubor nikdy nepřepisuj. Uprav kopii.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GIMP, Obrázky/foto_original.png, Úprava obrázku v GIMPu.txt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Ořez a úprava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Ořízni na 16:9 a uprav jas a kontrast. Zapiš použité hodnoty.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Vrstva s popiskem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Přidej textovou vrstvu a ulož pracovní verzi jako uprava.xcf.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Tři exporty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export_web.jpg, export_tisk.png a export_maly.jpg podle zadání.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uprava.xcf, tři exporty a tabulka s rozměry, velikostmi a účelem.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Původní foto_original.png je nezměněné.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uložený pracovní soubor .xcf s vrstvami.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 všech tří exportů máš zapsané rozměry a velikost v kB.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říct, co se stalo s vrstvami při exportu do JPEG.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Vrstvy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Umožňují vracet se k rozhodnutím. Export je slije do jednoho obrazu.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podle cíle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Web snese menší rozměr a JPEG. Tisk potřebuje plnou velikost.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Ztráta je trvalá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 exportovaného JPEG už vrstvy ani ztracený detail nezískáš.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Pracovní kopie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Vždy uprav duplikát; originál je jediný zdroj plné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Který ze svých tří exportů bys poslal do školního časopisu a proč právě 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export s dostatečným rozlišením a nízkou kompresí; zdůvodnění účelem, ne velikostí souboru.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