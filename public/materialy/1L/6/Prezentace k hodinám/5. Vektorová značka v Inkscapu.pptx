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NEŽ ZAZVONÍ</a:t>
            </a:r>
          </a:p>
          <a:p>
            <a:r>
              <a:t>Ověř, že Inkscape jde spustit. První start bývá pomalý, stejně jako u GIMPu.</a:t>
            </a:r>
          </a:p>
          <a:p>
            <a:r>
              <a:t>Rozdej Vektor v Inkscapu.txt. Žádné ukázkové soubory tahle hodina nepotřebuje, značku si student vytvoří od nuly.</a:t>
            </a:r>
          </a:p>
          <a:p/>
          <a:p>
            <a:r>
              <a:t>KDYŽ INKSCAPE NENÍ</a:t>
            </a:r>
          </a:p>
          <a:p>
            <a:r>
              <a:t>Metodika počítá s řízenou demonstrací na projektoru; studenti navrhnou značku na papír do čtverce a zapisují rozhodnutí. Test čitelnosti pak udělej tak, že návrh nakreslí ještě jednou do čtverce zhruba centimetr na centimetr.</a:t>
            </a:r>
          </a:p>
          <a:p/>
          <a:p>
            <a:r>
              <a:t>CÍL HODINY</a:t>
            </a:r>
          </a:p>
          <a:p>
            <a:r>
              <a:t>Student vytvoří jednoduchou vektorovou značku ze základních tvarů, ověří její čitelnost v malé velikosti a vyexportuje ji.</a:t>
            </a:r>
          </a:p>
          <a:p/>
          <a:p>
            <a:r>
              <a:t>VÝSTUP, KTERÝ VYBÍRÁŠ</a:t>
            </a:r>
          </a:p>
          <a:p>
            <a:r>
              <a:t>Soubor znacka.svg, dva exporty PNG, HEX kódy barev a zápis o zjednodušení.</a:t>
            </a:r>
          </a:p>
          <a:p/>
          <a:p>
            <a:r>
              <a:t>ROZVRŽENÍ</a:t>
            </a:r>
          </a:p>
          <a:p>
            <a:r>
              <a:t>5 min tři znaky · 7 min výklad · 28 min tvorba · 5 min rozbor a exit ticket.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0–5 minut.</a:t>
            </a:r>
          </a:p>
          <a:p/>
          <a:p>
            <a:r>
              <a:t>CO ŘEKNEŠ</a:t>
            </a:r>
          </a:p>
          <a:p>
            <a:r>
              <a:t>„Napište tři znaky, podle kterých se pozná dobře navržená značka. Ne co se vám líbí — co musí splňovat.“</a:t>
            </a:r>
          </a:p>
          <a:p>
            <a:r>
              <a:t>Po dvou minutách: „Ve dvojici. Shodli jste se aspoň na jednom?“</a:t>
            </a:r>
          </a:p>
          <a:p/>
          <a:p>
            <a:r>
              <a:t>CO DĚLÁŠ</a:t>
            </a:r>
          </a:p>
          <a:p>
            <a:r>
              <a:t>Vyber čtyři znaky, které zazní, a napiš je na tabuli. Na konci hodiny se k nim vrátíte a doplníte, co ve výčtu chybělo.</a:t>
            </a:r>
          </a:p>
          <a:p>
            <a:r>
              <a:t>Skoro nikdy nezazní „musí fungovat v malé velikosti“. Právě to je test, který přijde ve druhé polovině hodiny.</a:t>
            </a:r>
          </a:p>
          <a:p/>
          <a:p>
            <a:r>
              <a:t>POZOR</a:t>
            </a:r>
          </a:p>
          <a:p>
            <a:r>
              <a:t>Neopravuj estetické odpovědi typu „musí být hezká“. Nech je na tabuli. Až se značky zmenší na 16 px, opraví se to samo.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5–12 minut. Ukazuj přitom přímo v Inkscapu na projektoru.</a:t>
            </a:r>
          </a:p>
          <a:p/>
          <a:p>
            <a:r>
              <a:t>CO ŘEKNEŠ</a:t>
            </a:r>
          </a:p>
          <a:p>
            <a:r>
              <a:t>K bodu 01: „Ve vektoru není nic než tvary. Každý má obrys a výplň a dá se sáhnout na jednotlivé body cesty. Nekreslíte pixely, skládáte objekty.“</a:t>
            </a:r>
          </a:p>
          <a:p>
            <a:r>
              <a:t>K bodu 02: „Text je zvláštní případ. Dokud je to text, potřebuje počítač, který ho otevře, mít nainstalované to písmo. Když ho převedete na cesty, stane se z něj obyčejný tvar a zobrazí se všude stejně. Cena je, že se pak už nedá přepsat.“</a:t>
            </a:r>
          </a:p>
          <a:p>
            <a:r>
              <a:t>K bodu 03: „A teď zásadní věc. Značka musí být poznatelná v šestnácti pixelech. To je velikost ikony v záložce prohlížeče. Detail, který v téhle velikosti zmizí, tam nepatří — jen zdržuje.“</a:t>
            </a:r>
          </a:p>
          <a:p>
            <a:r>
              <a:t>Závěr: „Jednoduchost není ochuzení. Je to podmínka, aby značka fungovala.“</a:t>
            </a:r>
          </a:p>
          <a:p/>
          <a:p>
            <a:r>
              <a:t>CO DĚLÁŠ</a:t>
            </a:r>
          </a:p>
          <a:p>
            <a:r>
              <a:t>Ukaž jen tři věci: základní tvary, nástroj na úpravu cest a nabídku Cesta → Objekt na cestu. Víc nástrojů nepotřebují.</a:t>
            </a:r>
          </a:p>
          <a:p/>
          <a:p>
            <a:r>
              <a:t>POZOR</a:t>
            </a:r>
          </a:p>
          <a:p>
            <a:r>
              <a:t>Neuč Inkscape jako program a nezdržuj se u pokročilých nástrojů. Hodina je o rozhodování, co ve značce nechat.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12–40 minut.</a:t>
            </a:r>
          </a:p>
          <a:p/>
          <a:p>
            <a:r>
              <a:t>CO ŘEKNEŠ</a:t>
            </a:r>
          </a:p>
          <a:p>
            <a:r>
              <a:t>„Plátno osm set krát osm set. Jen základní tvary, nejvýš tři barvy. Do čtyřiadvaceti minut chci mít první verzi — pak přijde test, který ji rozbije.“</a:t>
            </a:r>
          </a:p>
          <a:p/>
          <a:p>
            <a:r>
              <a:t>12–24 MIN · TVORBA ZNAČKY</a:t>
            </a:r>
          </a:p>
          <a:p>
            <a:r>
              <a:t>Braň přidávání detailů. Nejčastější dotaz je „můžu tam dát ještě…“ a nejlepší odpověď je „a přežije to zmenšení?“.</a:t>
            </a:r>
          </a:p>
          <a:p>
            <a:r>
              <a:t>Hlídej počet barev. Tři jsou strop a HEX kódy si musí zapsat průběžně, potom si je nikdo nedohledá.</a:t>
            </a:r>
          </a:p>
          <a:p/>
          <a:p>
            <a:r>
              <a:t>24–32 MIN · TEST 16 PX</a:t>
            </a:r>
          </a:p>
          <a:p>
            <a:r>
              <a:t>Tohle je vrchol hodiny. Nech je zmenšit náhled na 16 px a dívat se ze vzdálenosti, ze které normálně koukají na monitor.</a:t>
            </a:r>
          </a:p>
          <a:p>
            <a:r>
              <a:t>Většina značek testem neprojde a to je správně. Zadání zní: zjednoduš a zapiš, co jsi odebral a proč to šlo pryč.</a:t>
            </a:r>
          </a:p>
          <a:p>
            <a:r>
              <a:t>Kdo projde napoprvé, dostane přísnější zadání: ať značku pozná spolužák ze sousední lavice bez nápovědy.</a:t>
            </a:r>
          </a:p>
          <a:p/>
          <a:p>
            <a:r>
              <a:t>32–40 MIN · EXPORT</a:t>
            </a:r>
          </a:p>
          <a:p>
            <a:r>
              <a:t>znacka.svg, znacka_512.png a znacka_16.png. Ať porovnají velikosti — SVG jednoduché značky mívá pod kilobajt, PNG v 512 px řádově desítky kilobajtů.</a:t>
            </a:r>
          </a:p>
          <a:p/>
          <a:p>
            <a:r>
              <a:t>VÝSTUP</a:t>
            </a:r>
          </a:p>
          <a:p>
            <a:r>
              <a:t>Soubor znacka.svg, dva exporty PNG, HEX kódy barev a zápis o zjednodušení.</a:t>
            </a:r>
          </a:p>
          <a:p/>
          <a:p>
            <a:r>
              <a:t>KDYŽ NENÍ ČAS</a:t>
            </a:r>
          </a:p>
          <a:p>
            <a:r>
              <a:t>Nekrať test v 16 px, ten je jádrem hodiny. Zkrať tvorbu první verze a export nech na doma.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Průběžná kontrola, zhruba 38. minuta.</a:t>
            </a:r>
          </a:p>
          <a:p/>
          <a:p>
            <a:r>
              <a:t>CO ŘEKNEŠ</a:t>
            </a:r>
          </a:p>
          <a:p>
            <a:r>
              <a:t>„Než odevzdáte, projedeme čtyři věci. Odškrtávejte si je.“ Čti body nahlas a mezi nimi nech pauzu.</a:t>
            </a:r>
          </a:p>
          <a:p/>
          <a:p>
            <a:r>
              <a:t>CO DĚLÁŠ</a:t>
            </a:r>
          </a:p>
          <a:p>
            <a:r>
              <a:t>První bod ověř sám a rychle: postav se doprostřed třídy a nech je zvednout obrazovku s náhledem v 16 px. Co nepoznáš ty, nepozná ani nikdo jiný.</a:t>
            </a:r>
          </a:p>
          <a:p/>
          <a:p>
            <a:r>
              <a:t>POZOR</a:t>
            </a:r>
          </a:p>
          <a:p>
            <a:r>
              <a:t>Není to známkování, je to poslední šance práci dodělat.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Společný rozbor, 40–43 minut.</a:t>
            </a:r>
          </a:p>
          <a:p/>
          <a:p>
            <a:r>
              <a:t>CO ŘEKNEŠ</a:t>
            </a:r>
          </a:p>
          <a:p>
            <a:r>
              <a:t>Udělej jednu věc, která tuhle hodinu spojí s hodinou 1: otevři něčí znacka.svg v obyčejném textovém editoru a promítni ho.</a:t>
            </a:r>
          </a:p>
          <a:p>
            <a:r>
              <a:t>„Tohle je celý obrázek. Souřadnice a barvy, nic jiného. Proto se dá vykreslit v jakékoli velikosti a proto má pár set bajtů.“</a:t>
            </a:r>
          </a:p>
          <a:p>
            <a:r>
              <a:t>Pak se vrať ke čtyřem znakům z tabule: „Který z nich byste teď přeformulovali?“</a:t>
            </a:r>
          </a:p>
          <a:p/>
          <a:p>
            <a:r>
              <a:t>OČEKÁVANÉ ZÁVĚRY</a:t>
            </a:r>
          </a:p>
          <a:p>
            <a:r>
              <a:t>Vektor je popis: SVG lze otevřít v textovém editoru, uvidíš souřadnice a barvy.</a:t>
            </a:r>
          </a:p>
          <a:p>
            <a:r>
              <a:t>Text na cesty: brání záměně písma na cizím počítači nebo v tiskárně.</a:t>
            </a:r>
          </a:p>
          <a:p>
            <a:r>
              <a:t>Malá velikost rozhoduje: co nefunguje v 16 px, nefunguje ani jako ikona.</a:t>
            </a:r>
          </a:p>
          <a:p>
            <a:r>
              <a:t>Velikost souboru: jednoduchá značka v SVG má často méně než kilobajt.</a:t>
            </a:r>
          </a:p>
          <a:p/>
          <a:p>
            <a:r>
              <a:t>POZOR</a:t>
            </a:r>
          </a:p>
          <a:p>
            <a:r>
              <a:t>Hodnoť postup a zdůvodnění, ne estetiku. Nemá smysl známkovat výtvarný talent — známkuj to, že student umí říct, proč něco odebral.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Exit ticket, poslední dvě minuty.</a:t>
            </a:r>
          </a:p>
          <a:p/>
          <a:p>
            <a:r>
              <a:t>CO ŘEKNEŠ</a:t>
            </a:r>
          </a:p>
          <a:p>
            <a:r>
              <a:t>„Každý sám. Co jsi ze své značky odebral, aby byla čitelná v malé velikosti, a proč to šlo pryč?“</a:t>
            </a:r>
          </a:p>
          <a:p/>
          <a:p>
            <a:r>
              <a:t>CO DĚLÁŠ</a:t>
            </a:r>
          </a:p>
          <a:p>
            <a:r>
              <a:t>Sbírej u dveří. Zajímá tě druhá půlka odpovědi — to „proč to šlo pryč“.</a:t>
            </a:r>
          </a:p>
          <a:p/>
          <a:p>
            <a:r>
              <a:t>OČEKÁVANÁ ODPOVĚĎ</a:t>
            </a:r>
          </a:p>
          <a:p>
            <a:r>
              <a:t>Konkrétní odebraný detail (stín, tenká linka, nápis, třetí barva) a zdůvodnění, že nenesl rozpoznávací informaci — značka se pozná i bez něj.</a:t>
            </a:r>
          </a:p>
          <a:p>
            <a:r>
              <a:t>Odpověď „nic jsem neodebral, hned to bylo dobře“ přijmi jen tehdy, když značka testem v 16 px opravdu prošla. Jinak ji vrať.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4572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7FD6CF"/>
                </a:solidFill>
                <a:latin typeface="Calibri"/>
              </a:rPr>
              <a:t>HODINA 5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4572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9AA8A4"/>
                </a:solidFill>
                <a:latin typeface="Calibri"/>
              </a:rPr>
              <a:t>POČÍTAČOVÁ GRAFIKA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2240280"/>
            <a:ext cx="103327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Vektorová značka v Inkscapu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4709160"/>
            <a:ext cx="8138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B9C4C0"/>
                </a:solidFill>
                <a:latin typeface="Calibri"/>
              </a:rPr>
              <a:t>Student vytvoří jednoduchou vektorovou značku ze základních tvarů, ověří její čitelnost v malé velikosti a vyexportuje ji.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40696" y="4764024"/>
            <a:ext cx="1179576" cy="1179576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0696" y="4983480"/>
            <a:ext cx="1179576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0696" y="5596128"/>
            <a:ext cx="117957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CFEAE8"/>
                </a:solidFill>
                <a:latin typeface="Calibri"/>
              </a:rPr>
              <a:t>45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0–5 MIN · ÚVOD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Začni vlastním rozhodnutím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 PRÁCE S 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5  / 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9164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>
                <a:solidFill>
                  <a:srgbClr val="0C8A83"/>
                </a:solidFill>
                <a:latin typeface="Calibri"/>
              </a:rPr>
              <a:t>Podle čeho poznáš, že je značka dobře navržená?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NAPIŠ TŘI ZNAKY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Co má dobrá značka splňovat?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POROVNEJ VE DVOJICI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Shodli jste se aspoň na jednom?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8744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TEST NA KONCI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Ověříme zmenšením na 16 px.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539496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5C6965"/>
                </a:solidFill>
                <a:latin typeface="Calibri"/>
              </a:rPr>
              <a:t>Nejdřív se rozhodni sám. Teprve pak porovnávej.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5–12 MIN · MINIMUM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Tři opěrné body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 PRÁCE S 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5  /  3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Objekty a cesty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Vše je tvar s obrysem a výplní. Cesty lze upravovat po jednotlivých bodech.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Text na cesty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Převod textu na tvary. Zajistí, že se písmo zobrazí i tam, kde není nainstalované.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38744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1624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Čitelnost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Značka musí fungovat i v 16 px. Detail, který v malém zmizí, tam nepatří.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" y="5468112"/>
            <a:ext cx="11411712" cy="2743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566928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Jednoduchost není ochuzení. Je to podmínka funkčnosti.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12–40 MIN · PRÁCE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Hlavní počítačová aktivita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 PRÁCE S 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5  / 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459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C45A3E"/>
                </a:solidFill>
                <a:latin typeface="Calibri"/>
              </a:rPr>
              <a:t>OTEVŘI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627632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7211E"/>
                </a:solidFill>
                <a:latin typeface="Calibri"/>
              </a:rPr>
              <a:t>Inkscape, Vektor v Inkscapu.txt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Sestav značku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Napiš, pro jaký klub je. 800 × 800 px, základní tvary, nejvýše tři barvy.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Test 16 px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Zmenši náhled. Pokud značku nepoznáš, zjednoduš ji a zapiš, co jsi odebral.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Ulož znacka.svg a vyexportuj znacka_512.png a znacka_16.png.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" y="5257800"/>
            <a:ext cx="11411712" cy="2743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54406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C45A3E"/>
                </a:solidFill>
                <a:latin typeface="Calibri"/>
              </a:rPr>
              <a:t>ODEVZDEJ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5422392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7211E"/>
                </a:solidFill>
                <a:latin typeface="Calibri"/>
              </a:rPr>
              <a:t>Soubor znacka.svg, dva exporty PNG, HEX kódy barev a zápis o zjednodušení.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PRŮBĚŽNÁ KONTROLA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Než práci odevzdáš, ověř čtyři věci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 PRÁCE S 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5  / 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783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7830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Značka je poznatelná i ve velikosti 16 px.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3912" y="1783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17830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Použil jsi nejvýše tři barvy a máš zapsané jejich HEX kódy.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1546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Text je převedený na cesty, nebo v značce žádný text není.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31546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Máš uložené svg i oba exporty png.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SPOLEČNÝ ROZBOR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Co si z hodiny odnést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 PRÁCE S 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5  / 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91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Vektor je popis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691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SVG lze otevřít v textovém editoru; uvidíš souřadnice a barvy.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" y="2651760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2834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Text na cesty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834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Brání záměně písma na cizím počítači nebo v tiskárně.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" y="3794760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3977639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Malá velikost rozhoduje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977639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Co nefunguje v 16 px, nefunguje ani jako ikona.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" y="4937759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5120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Velikost souboru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5120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Jednoduchá značka v SVG má často méně než kilobajt.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 PRÁCE S MULTIMÉDII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5  /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7FD6CF"/>
                </a:solidFill>
                <a:latin typeface="Calibri"/>
              </a:rPr>
              <a:t>EXIT TICKET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371600"/>
            <a:ext cx="1078992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Co jsi ze své značky odebral, aby byla čitelná v malé velikosti, a proč to šlo pryč?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420624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B9C4C0"/>
                </a:solidFill>
                <a:latin typeface="Calibri"/>
              </a:rPr>
              <a:t>Odpověz jednou nebo dvěma větami vlastními slovy.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" y="5029200"/>
            <a:ext cx="2011680" cy="36576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525780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9AA8A4"/>
                </a:solidFill>
                <a:latin typeface="Calibri"/>
              </a:rPr>
              <a:t>Očekává se konkrétní odebraný detail a zdůvodnění, že nenesl rozpoznávací informaci.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dc:subject/>
  <dc:creator>Karel Hlas</dc:creator>
  <cp:keywords/>
  <dc:description/>
  <cp:lastModifiedBy>Karel Hlas</cp:lastModifiedBy>
  <cp:revision>1</cp:revision>
  <dcterms:created xsi:type="dcterms:W3CDTF">2026-07-24T00:00:00Z</dcterms:created>
  <dcterms:modified xsi:type="dcterms:W3CDTF">2026-07-24T00:00:00Z</dcterms:modified>
  <cp:category/>
</cp:coreProperties>
</file>