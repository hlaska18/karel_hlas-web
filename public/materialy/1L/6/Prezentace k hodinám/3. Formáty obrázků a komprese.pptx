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Otevři Laboratoř – komprese a formáty.html na projektoru. Rozdej Formáty a komprese.csv — otevře se v Excelu i v Tabulkách, ale ověř, že se rozdělí podle středníků.</a:t>
            </a:r>
          </a:p>
          <a:p>
            <a:r>
              <a:t>Rozbal Obrázky.zip. Studenti budou porovnávat velikosti souborů ve správci souborů, takže jim ukaž, kde se velikost zobrazuje.</a:t>
            </a:r>
          </a:p>
          <a:p/>
          <a:p>
            <a:r>
              <a:t>NAVAZUJE NA</a:t>
            </a:r>
          </a:p>
          <a:p>
            <a:r>
              <a:t>Hodiny 1 a 2. Rastr má pevný počet pixelů a pevnou hloubku — dnes se ptáme, jak z toho udělat rozumně velký soubor.</a:t>
            </a:r>
          </a:p>
          <a:p/>
          <a:p>
            <a:r>
              <a:t>CÍL HODINY</a:t>
            </a:r>
          </a:p>
          <a:p>
            <a:r>
              <a:t>Student vysvětlí rozdíl mezi ztrátovou a bezztrátovou kompresí a vybere formát podle obsahu a účelu.</a:t>
            </a:r>
          </a:p>
          <a:p/>
          <a:p>
            <a:r>
              <a:t>VÝSTUP, KTERÝ VYBÍRÁŠ</a:t>
            </a:r>
          </a:p>
          <a:p>
            <a:r>
              <a:t>Vyplněné Formáty a komprese.csv a vlastní pravidlo pro výběr formátu.</a:t>
            </a:r>
          </a:p>
          <a:p/>
          <a:p>
            <a:r>
              <a:t>ROZVRŽENÍ</a:t>
            </a:r>
          </a:p>
          <a:p>
            <a:r>
              <a:t>5 min tip · 7 min výklad · 28 min práce · 5 min rozbor a exit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„Dvě otázky a na obě chci tip dřív, než se kdokoli podívá do počítače. Která fotka bude menší — uložená jako PNG, nebo jako JPEG? A totéž pro logo školy.“</a:t>
            </a:r>
          </a:p>
          <a:p>
            <a:r>
              <a:t>„Napište si obojí a ke každému jednu větu proč.“</a:t>
            </a:r>
          </a:p>
          <a:p/>
          <a:p>
            <a:r>
              <a:t>CO DĚLÁŠ</a:t>
            </a:r>
          </a:p>
          <a:p>
            <a:r>
              <a:t>Nech zvednout ruku, kdo tipuje u loga JPEG. Zapiš si počet na okraj — za dvacet minut se k němu vrátíš a bude to nejsilnější moment hodiny.</a:t>
            </a:r>
          </a:p>
          <a:p/>
          <a:p>
            <a:r>
              <a:t>POZOR</a:t>
            </a:r>
          </a:p>
          <a:p>
            <a:r>
              <a:t>U fotky se skoro celá třída trefí. U loga se skoro celá třída splete a to je záměr. Nenaznačuj, že je tam chyták.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Sedm minut je strop.</a:t>
            </a:r>
          </a:p>
          <a:p/>
          <a:p>
            <a:r>
              <a:t>CO ŘEKNEŠ</a:t>
            </a:r>
          </a:p>
          <a:p>
            <a:r>
              <a:t>K bodu 01: „Bezztrátová komprese hledá v datech opakování a zapíše je zkráceně. Když soubor rozbalíte, dostanete přesně to, co tam bylo. Nic se neztratí. Tak funguje PNG, GIF i ZIP.“</a:t>
            </a:r>
          </a:p>
          <a:p>
            <a:r>
              <a:t>K bodu 02: „Ztrátová komprese jde na to jinak. Řekne si: tenhle detail stejně lidské oko nepozná — a zahodí ho. Natrvalo. Zpátky ho nedostanete žádným programem. Tak funguje JPEG a WebP.“</a:t>
            </a:r>
          </a:p>
          <a:p>
            <a:r>
              <a:t>K bodu 03: „Takže formát se nevybírá podle zvyku ani podle toho, co nabídne program jako první. Vybírá se podle toho, co je na obrázku.“</a:t>
            </a:r>
          </a:p>
          <a:p>
            <a:r>
              <a:t>Ukaž číslo ze snímku: „U loga je JPEG skoro osmkrát větší než PNG — a přitom vypadá hůř. Za chvíli si na to sáhnete.“</a:t>
            </a:r>
          </a:p>
          <a:p/>
          <a:p>
            <a:r>
              <a:t>CO DĚLÁŠ</a:t>
            </a:r>
          </a:p>
          <a:p>
            <a:r>
              <a:t>Nakresli na tabuli dva sloupce: BEZZTRÁTOVÁ (PNG, GIF, SVG) a ZTRÁTOVÁ (JPEG, WebP). Nech je tam do konce hodiny.</a:t>
            </a:r>
          </a:p>
          <a:p>
            <a:r>
              <a:t>Ověř porozumění: „Uložím fotku jako JPEG, otevřu ji a uložím znovu jako PNG. Vrátí se ztracený detail?“ Správně ne. Kdo řekne ano, potřebuje bod 02 znovu.</a:t>
            </a:r>
          </a:p>
          <a:p/>
          <a:p>
            <a:r>
              <a:t>POZOR</a:t>
            </a:r>
          </a:p>
          <a:p>
            <a:r>
              <a:t>Nezabíhej do toho, jak komprese funguje uvnitř. Stačí rozdíl „vrátí přesně původní data“ versus „něco zahodí natrvalo“.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/>
          <a:p>
            <a:r>
              <a:t>CO ŘEKNEŠ</a:t>
            </a:r>
          </a:p>
          <a:p>
            <a:r>
              <a:t>„Otevřete laboratoř a soubor Formáty a komprese.csv. Nejdřív modul 02, pak modul 03, tabulku doplňujete průběžně.“</a:t>
            </a:r>
          </a:p>
          <a:p/>
          <a:p>
            <a:r>
              <a:t>12–20 MIN · MODUL 02, FOTOGRAFIE</a:t>
            </a:r>
          </a:p>
          <a:p>
            <a:r>
              <a:t>Přepínají kvalitu JPEG od 95 dolů k 15 a sledují výřez i velikost.</a:t>
            </a:r>
          </a:p>
          <a:p>
            <a:r>
              <a:t>Nejdůležitější zjištění hodiny: mezi kvalitou 95 a 75 spadne soubor z 256 kB na 53 kB, tedy skoro pětkrát, a na obrázku to skoro není vidět. Z 75 na 15 už soubor klesne jen na 28 kB, ale kvalita se rozpadne.</a:t>
            </a:r>
          </a:p>
          <a:p>
            <a:r>
              <a:t>Vyslov to nahlas jako otázku: „Kde se vyplatí přestat?“ Odpověď kolem kvality 75 je celý smysl modulu.</a:t>
            </a:r>
          </a:p>
          <a:p/>
          <a:p>
            <a:r>
              <a:t>20–30 MIN · MODUL 03, LOGO</a:t>
            </a:r>
          </a:p>
          <a:p>
            <a:r>
              <a:t>Tady se pořadí obrátí. logo_png.png má 5,1 kB, logo_jpeg_q95.jpg 39,6 kB — a JPEG má kolem písmen šedé skvrny.</a:t>
            </a:r>
          </a:p>
          <a:p>
            <a:r>
              <a:t>Vrať se ke svému zápisku z úvodu: „Před dvaceti minutami tipovalo JPEG tolik a tolik z vás. Kdo teď ví proč se to obrátilo?“</a:t>
            </a:r>
          </a:p>
          <a:p>
            <a:r>
              <a:t>Očekávané vysvětlení: ztrátová komprese je stavěná na plynulé přechody. Ostrá hrana je pro ni nejhorší možný vstup — musí ji popsat spoustou dat a stejně ji rozmaže.</a:t>
            </a:r>
          </a:p>
          <a:p/>
          <a:p>
            <a:r>
              <a:t>30–40 MIN · VLASTNÍ PRAVIDLO</a:t>
            </a:r>
          </a:p>
          <a:p>
            <a:r>
              <a:t>Každý napíše jednu větu, podle které bude formát vybírat. Vyber tři a napiš je na tabuli vedle sebe.</a:t>
            </a:r>
          </a:p>
          <a:p>
            <a:r>
              <a:t>Dobré pravidlo mluví o obsahu obrázku (přechody versus hrany a text), ne o programu nebo o zvyku.</a:t>
            </a:r>
          </a:p>
          <a:p/>
          <a:p>
            <a:r>
              <a:t>VÝSTUP</a:t>
            </a:r>
          </a:p>
          <a:p>
            <a:r>
              <a:t>Vyplněné Formáty a komprese.csv a vlastní pravidlo pro výběr formátu.</a:t>
            </a:r>
          </a:p>
          <a:p/>
          <a:p>
            <a:r>
              <a:t>KDYŽ NENÍ ČAS</a:t>
            </a:r>
          </a:p>
          <a:p>
            <a:r>
              <a:t>Vynech řádky s GIF a WebP. Jádro hodiny je dvojice JPEG a PNG na dvou různých motivech.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38. minuta.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 mezi nimi nech pauzu.</a:t>
            </a:r>
          </a:p>
          <a:p/>
          <a:p>
            <a:r>
              <a:t>CO DĚLÁŠ</a:t>
            </a:r>
          </a:p>
          <a:p>
            <a:r>
              <a:t>Sloupec „ztrátová“ v CSV bývá nedodělaný u řádků s GIF. GIF je bezztrátový, ale má jen 256 barev — ztráta vzniká už při převodu barev, ne kompresí. Když se na to někdo zeptá, je to dobrá otázka a stojí za minutu.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40–43 minut.</a:t>
            </a:r>
          </a:p>
          <a:p/>
          <a:p>
            <a:r>
              <a:t>CO ŘEKNEŠ</a:t>
            </a:r>
          </a:p>
          <a:p>
            <a:r>
              <a:t>Začni tou obrácenou dvojicí: „Fotka jako PNG 290 kB, jako JPEG 53 kB. Logo jako PNG 5 kB, jako JPEG 40 kB. Jedna věta — proč?“</a:t>
            </a:r>
          </a:p>
          <a:p>
            <a:r>
              <a:t>Pak nech studenty vyslovit čtyři závěry ze snímku a doplň jen to, co nezazní.</a:t>
            </a:r>
          </a:p>
          <a:p/>
          <a:p>
            <a:r>
              <a:t>OČEKÁVANÉ ZÁVĚRY</a:t>
            </a:r>
          </a:p>
          <a:p>
            <a:r>
              <a:t>Ztrátová komprese: zahodí informaci natrvalo, opakované ukládání kvalitu dál snižuje.</a:t>
            </a:r>
          </a:p>
          <a:p>
            <a:r>
              <a:t>Fotografie: JPEG nebo WebP, kvalita kolem 75 bývá dobrý kompromis.</a:t>
            </a:r>
          </a:p>
          <a:p>
            <a:r>
              <a:t>Plošná grafika: PNG nebo SVG. Ostré hrany ztrátová komprese poškodí a soubor ještě zvětší.</a:t>
            </a:r>
          </a:p>
          <a:p>
            <a:r>
              <a:t>Pravidlo: plynulé přechody → ztrátová. Ostré hrany, text, průhlednost → bezztrátová.</a:t>
            </a:r>
          </a:p>
          <a:p/>
          <a:p>
            <a:r>
              <a:t>POZOR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</a:t>
            </a:r>
          </a:p>
          <a:p/>
          <a:p>
            <a:r>
              <a:t>CO ŘEKNEŠ</a:t>
            </a:r>
          </a:p>
          <a:p>
            <a:r>
              <a:t>„Každý sám. Jmenuj jeden obrázek, který uložíš jako JPEG, a jeden jako PNG, a u obou napiš proč.“</a:t>
            </a:r>
          </a:p>
          <a:p/>
          <a:p>
            <a:r>
              <a:t>CO DĚLÁŠ</a:t>
            </a:r>
          </a:p>
          <a:p>
            <a:r>
              <a:t>Sbírej u dveří. Odpověď bez zdůvodnění se nepočítá — celá hodina byla o tom „proč“.</a:t>
            </a:r>
          </a:p>
          <a:p/>
          <a:p>
            <a:r>
              <a:t>OČEKÁVANÁ ODPOVĚĎ</a:t>
            </a:r>
          </a:p>
          <a:p>
            <a:r>
              <a:t>JPEG pro fotografii s plynulými přechody. PNG pro snímek obrazovky, logo, text nebo obrázek s průhledností.</a:t>
            </a:r>
          </a:p>
          <a:p>
            <a:r>
              <a:t>Snímek obrazovky je nejlepší odpověď, jakou můžeš dostat: má ostrý text i plochy a v JPEGu se rozmaže nejvíc.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Formáty obrázků a komprese dat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 rozdíl mezi ztrátovou a bezztrátovou kompresí a vybere formát podle obsahu a účelu.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Který soubor bude menší: fotografie jako PNG, nebo jako JPEG? A co logo?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TIPNI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 svůj odhad pro obojí dřív, než se podíváš.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OVĚŘ V LABORATOŘI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Porovnej s tabulkou v modulu 03.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VYSVĚTLI ROZDÍL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Proč to u loga dopadlo jinak?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Bezztrátová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PNG, GIF, SVG. Po rozbalení vznikne přesně původní data. Vhodná na ostré hrany a 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Ztrátová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JPEG, WebP. Část informace zahodí natrvalo. Vhodná na plynulé přechody ve fotografii.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Podle obsahu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Formát se nevybírá podle zvyku, ale podle toho, co je na obrázku a k čemu poslouží.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 loga je JPEG téměř 8× větší než PNG — a vypadá hůř.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komprese a formáty.html, Formáty a komprese.csv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Modul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Přepínej kvalitu JPEG 95 → 15 a sleduj výřez i velikost souboru.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Modul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Porovnej stejný postup na logu. Zapiš, kde se pořadí obrátilo.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Doplň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 každého souboru urči, zda je ztrátový, a napiš vhodné použití.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Formáty a komprese.csv a vlastní pravidlo pro výběr formátu.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 CSV máš vyplněný sloupec ztrátová u všech řádků.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uvést jeden případ, kdy je PNG lepší volba než JPEG.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Napsal jsi vlastní pravidlo pro výběr formátu.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Víš, proč nelze ztrátovou kompresi vrátit zpět.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Ztrátová komprese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Zahodí informaci natrvalo. Opakované ukládání kvalitu dále snižuje.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Fotografie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JPEG nebo WebP. Kvalita kolem 75 bývá dobrý kompromis.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Plošná 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PNG nebo SVG. Ostré hrany ztrátová komprese poškodí a soubor zvětší.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Pravidlo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Plynulé přechody → ztrátová. Ostré hrany, text, průhlednost → bezztrátová.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jeden obrázek, který uložíš jako JPEG, a jeden, který uložíš jako PNG. U obou napiš proč.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JPEG pro fotografii s přechody, PNG pro snímek obrazovky, logo, text nebo obrázek s průhledností.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