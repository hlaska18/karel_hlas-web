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 hodiny: Student vysvětlí rozdíl mezi ztrátovou a bezztrátovou kompresí a vybere formát podle obsahu a účelu.</a:t>
            </a:r>
          </a:p>
          <a:p>
            <a:r>
              <a:t>Soubory: 01. Laboratoř grafiky.html (moduly 02 a 03), 02. Formáty a komprese.csv</a:t>
            </a:r>
          </a:p>
          <a:p>
            <a:r>
              <a:t>Výstup: Vyplněné 02. Formáty a komprese.csv a vlastní pravidlo pro výběr formátu.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>
            <a:r>
              <a:t>Otázka pro studenty: Který soubor bude menší: fotografie jako PNG, nebo jako JPEG? A co logo?</a:t>
            </a:r>
          </a:p>
          <a:p>
            <a:r>
              <a:t>Postup: nech studenty rozhodnout a zapsat důvod dřív, než ukážeš řešení. Neprozrazuj správnou odpověď.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</a:t>
            </a:r>
          </a:p>
          <a:p>
            <a:r>
              <a:t>Klíčové pojmy: Bezztrátová · Ztrátová · Podle obsahu</a:t>
            </a:r>
          </a:p>
          <a:p>
            <a:r>
              <a:t>U loga je JPEG téměř 8× větší než PNG — a vypadá hůř.</a:t>
            </a:r>
          </a:p>
          <a:p>
            <a:r>
              <a:t>Postup: vysvětli stručně, ověř porozuměním otázkou, nepřednášej déle než 7 minut.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>
            <a:r>
              <a:t>Soubory: 01. Laboratoř grafiky.html (moduly 02 a 03), 02. Formáty a komprese.csv</a:t>
            </a:r>
          </a:p>
          <a:p>
            <a:r>
              <a:t>12–20 min – modul 02, klíčové je, že mezi q95 a q75 klesne velikost skoro 5× bez viditelné ztráty.</a:t>
            </a:r>
          </a:p>
          <a:p>
            <a:r>
              <a:t>20–30 min – modul 03 a obrat pořadí u loga.</a:t>
            </a:r>
          </a:p>
          <a:p>
            <a:r>
              <a:t>30–40 min – formulace pravidla; sbírej na tabuli.</a:t>
            </a:r>
          </a:p>
          <a:p>
            <a:r>
              <a:t>Výstup: Vyplněné 02. Formáty a komprese.csv a vlastní pravidlo pro výběr formátu.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kontrola. Projdi body nahlas, studenti si odškrtávají v sešitu.</a:t>
            </a:r>
          </a:p>
          <a:p>
            <a:r>
              <a:t>• V CSV máš vyplněný sloupec ztrátová u všech řádků.</a:t>
            </a:r>
          </a:p>
          <a:p>
            <a:r>
              <a:t>• Umíš uvést jeden případ, kdy je PNG lepší volba než JPEG.</a:t>
            </a:r>
          </a:p>
          <a:p>
            <a:r>
              <a:t>• Napsal jsi vlastní pravidlo pro výběr formátu.</a:t>
            </a:r>
          </a:p>
          <a:p>
            <a:r>
              <a:t>• Víš, proč nelze ztrátovou kompresi vrátit zpět.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 – očekávané závěry:</a:t>
            </a:r>
          </a:p>
          <a:p>
            <a:r>
              <a:t>Ztrátová komprese: Zahodí informaci natrvalo. Opakované ukládání kvalitu dále snižuje.</a:t>
            </a:r>
          </a:p>
          <a:p>
            <a:r>
              <a:t>Fotografie: JPEG nebo WebP. Kvalita kolem 75 bývá dobrý kompromis.</a:t>
            </a:r>
          </a:p>
          <a:p>
            <a:r>
              <a:t>Plošná grafika: PNG nebo SVG. Ostré hrany ztrátová komprese poškodí a soubor zvětší.</a:t>
            </a:r>
          </a:p>
          <a:p>
            <a:r>
              <a:t>Pravidlo: Plynulé přechody → ztrátová. Ostré hrany, text, průhlednost → bezztrátová.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ticket: Uveď jeden obrázek, který uložíš jako JPEG, a jeden, který uložíš jako PNG. U obou napiš proč.</a:t>
            </a:r>
          </a:p>
          <a:p>
            <a:r>
              <a:t>Sbírej individuálně. Slouží jako doklad o učení každého studenta.</a:t>
            </a:r>
          </a:p>
          <a:p>
            <a:r>
              <a:t>Očekávaná odpověď: JPEG pro fotografii s přechody, PNG pro snímek obrazovky, logo, text nebo obrázek s průhledností.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Formáty obrázků a komprese 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 rozdíl mezi ztrátovou a bezztrátovou kompresí a vybere formát podle obsahu a účelu.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Který soubor bude menší: fotografie jako PNG, nebo jako JPEG? A co logo?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TIPNI 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 svůj odhad pro obojí dřív, než se podíváš.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OVĚŘ V LABORATOŘI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Porovnej s tabulkou v modulu 03.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VYSVĚTLI ROZDÍL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Proč to u loga dopadlo jinak?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Bezztrátová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PNG, GIF, SVG. Po rozbalení vznikne přesně původní data. Vhodná na ostré hrany a text.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Ztrátová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JPEG, WebP. Část informace zahodí natrvalo. Vhodná na plynulé přechody ve fotografii.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Podle obsahu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Formát se nevybírá podle zvyku, ale podle toho, co je na obrázku a k čemu poslouží.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U loga je JPEG téměř 8× větší než PNG — a vypadá hůř.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01. Laboratoř grafiky.html (moduly 02 a 03), 02. Formáty a komprese.csv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Přepínej kvalitu JPEG 95 → 15 a sleduj výřez i velikost souboru.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Modul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Porovnej stejný postup na logu. Zapiš, kde se pořadí obrátilo.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Doplň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 každého souboru urči, zda je ztrátový, a napiš vhodné použití.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Vyplněné 02. Formáty a komprese.csv a vlastní pravidlo pro výběr formátu.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 CSV máš vyplněný sloupec ztrátová u všech řádků.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uvést jeden případ, kdy je PNG lepší volba než JPEG.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Napsal jsi vlastní pravidlo pro výběr formátu.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Víš, proč nelze ztrátovou kompresi vrátit zpět.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Ztrátová komprese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Zahodí informaci natrvalo. Opakované ukládání kvalitu dále snižuje.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Fotografie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JPEG nebo WebP. Kvalita kolem 75 bývá dobrý kompromis.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Plošná grafika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PNG nebo SVG. Ostré hrany ztrátová komprese poškodí a soubor zvětší.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Pravidlo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Plynulé přechody → ztrátová. Ostré hrany, text, průhlednost → bezztrátová.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3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Uveď jeden obrázek, který uložíš jako JPEG, a jeden, který uložíš jako PNG. U obou napiš proč.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JPEG pro fotografii s přechody, PNG pro snímek obrazovky, logo, text nebo obrázek s průhledností.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