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NEŽ ZAZVONÍ</a:t>
            </a:r>
          </a:p>
          <a:p>
            <a:r>
              <a:t>Otevři Laboratoř – barevná hloubka.html na projektoru a měj nalistovaný modul 04.</a:t>
            </a:r>
          </a:p>
          <a:p>
            <a:r>
              <a:t>Rozbal Obrázky.zip. Čtyři soubory hloubka_1bit až hloubka_24bit musí mít každý student u sebe — na plátně se pásy v obloze často nepoznají a studenti se musí dívat na svůj monitor.</a:t>
            </a:r>
          </a:p>
          <a:p/>
          <a:p>
            <a:r>
              <a:t>NAVAZUJE NA</a:t>
            </a:r>
          </a:p>
          <a:p>
            <a:r>
              <a:t>Hodinu 1: rastr má pevný počet pixelů. Dnes se ptáme, kolik jich stačí a kolik barev k tomu.</a:t>
            </a:r>
          </a:p>
          <a:p/>
          <a:p>
            <a:r>
              <a:t>CÍL HODINY</a:t>
            </a:r>
          </a:p>
          <a:p>
            <a:r>
              <a:t>Student vysvětlí, co určuje rozlišení a barevná hloubka, a odhadne, jaké nastavení stačí pro daný účel.</a:t>
            </a:r>
          </a:p>
          <a:p/>
          <a:p>
            <a:r>
              <a:t>VÝSTUP, KTERÝ VYBÍRÁŠ</a:t>
            </a:r>
          </a:p>
          <a:p>
            <a:r>
              <a:t>Tabulka čtyř barevných hloubek s pozorováním a tři návrhy nastavení se zdůvodněním.</a:t>
            </a:r>
          </a:p>
          <a:p/>
          <a:p>
            <a:r>
              <a:t>ROZVRŽENÍ</a:t>
            </a:r>
          </a:p>
          <a:p>
            <a:r>
              <a:t>5 min odhad · 7 min výklad · 28 min práce · 5 min rozbor a 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0–5 minut.</a:t>
            </a:r>
          </a:p>
          <a:p/>
          <a:p>
            <a:r>
              <a:t>CO ŘEKNEŠ</a:t>
            </a:r>
          </a:p>
          <a:p>
            <a:r>
              <a:t>„Máte fotku šest tisíc krát čtyři tisíce pixelů, to je zhruba dvacet čtyři megapixelů, a máte ji poslat e-mailem. Napište si konkrétní číslo — kolik pixelů podle vás na přílohu stačí — a podle čeho jste to určili. Dvě minuty.“</a:t>
            </a:r>
          </a:p>
          <a:p>
            <a:r>
              <a:t>Potom: „Ve dvojici. Kdo napsal menší číslo? Ten ať vysvětlí, proč mu to stačí.“</a:t>
            </a:r>
          </a:p>
          <a:p/>
          <a:p>
            <a:r>
              <a:t>CO DĚLÁŠ</a:t>
            </a:r>
          </a:p>
          <a:p>
            <a:r>
              <a:t>Sbírej čísla, která uslyšíš, a tři z nich napiš na tabuli. Na konci hodiny se k nim vrátíš a třída rozhodne, které bylo odhadnuté nejlíp.</a:t>
            </a:r>
          </a:p>
          <a:p>
            <a:r>
              <a:t>Skoro vždy padne „zmenším to na polovinu“. To je pořád dvanáct megapixelů a nikam to nevede — ale teď to neopravuj.</a:t>
            </a:r>
          </a:p>
          <a:p/>
          <a:p>
            <a:r>
              <a:t>POZOR</a:t>
            </a:r>
          </a:p>
          <a:p>
            <a:r>
              <a:t>Ptej se na pixely, ne na megabajty. Velikost souboru je až důsledek komprese a ta přijde příští hodinu.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5–12 minut. Sedm minut je strop.</a:t>
            </a:r>
          </a:p>
          <a:p/>
          <a:p>
            <a:r>
              <a:t>CO ŘEKNEŠ</a:t>
            </a:r>
          </a:p>
          <a:p>
            <a:r>
              <a:t>K bodu 01: „Rozlišení je počet pixelů na šířku a na výšku. Nic víc v tom není. Určuje, kolik detailu v obrázku vůbec je.“</a:t>
            </a:r>
          </a:p>
          <a:p>
            <a:r>
              <a:t>K bodu 02: „Barevná hloubka říká, kolik bitů připadá na jeden pixel. Osm bitů znamená dvě stě padesát šest barev, čtyřiadvacet bitů přes šestnáct milionů. Když barvy dojdou, nejbližší odstín se zaokrouhlí — a to uvidíte na vlastní oči.“</a:t>
            </a:r>
          </a:p>
          <a:p>
            <a:r>
              <a:t>K bodu 03: „A teď to, co plete skoro každého. DPI na obrazovce neznamená nic. Obrázek 1920 na 1080 je stejný, ať má v hlavičce napsáno 72 nebo 300 DPI. DPI začne platit, teprve když se tiskne — říká, na kolik centimetrů se ty pixely rozprostřou.“</a:t>
            </a:r>
          </a:p>
          <a:p>
            <a:r>
              <a:t>Závěr: „Víc pixelů automaticky neznamená lepší obrázek. Znamená větší soubor.“</a:t>
            </a:r>
          </a:p>
          <a:p/>
          <a:p>
            <a:r>
              <a:t>CO DĚLÁŠ</a:t>
            </a:r>
          </a:p>
          <a:p>
            <a:r>
              <a:t>Napiš na tabuli 24 bit = 16 777 216 barev · 8 bit = 256 · 4 bit = 16 · 1 bit = 2. Budou to potřebovat do tabulky.</a:t>
            </a:r>
          </a:p>
          <a:p>
            <a:r>
              <a:t>Ověř porozumění: „Fotku 1000 × 1000 přepnu ze 72 na 300 DPI. Kolik má teď pixelů?“ Správně pořád milion. Kdo řekne „víc“, potřebuje bod 03 znovu.</a:t>
            </a:r>
          </a:p>
          <a:p/>
          <a:p>
            <a:r>
              <a:t>POZOR</a:t>
            </a:r>
          </a:p>
          <a:p>
            <a:r>
              <a:t>Nemluv o formátech a kompresi. To je celá hodina 3 a tady by to jen zamlžilo rozdíl mezi rozlišením a hloubkou.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Čas: 12–40 minut.</a:t>
            </a:r>
          </a:p>
          <a:p/>
          <a:p>
            <a:r>
              <a:t>CO ŘEKNEŠ</a:t>
            </a:r>
          </a:p>
          <a:p>
            <a:r>
              <a:t>„Otevřete laboratoř, modul 04. Přepínejte hloubku od čtyřiadvaceti bitů dolů a hledejte okamžik, kdy se obloha přestane měnit plynule a rozpadne se do pruhů. Ten okamžik si zapište.“</a:t>
            </a:r>
          </a:p>
          <a:p/>
          <a:p>
            <a:r>
              <a:t>12–22 MIN · MODUL 04</a:t>
            </a:r>
          </a:p>
          <a:p>
            <a:r>
              <a:t>Pásy jsou nejlíp vidět na obloze a kolem slunce, ne v trávě. Když je student nevidí, pošli ho očima do místa s plynulým přechodem.</a:t>
            </a:r>
          </a:p>
          <a:p>
            <a:r>
              <a:t>Obcházej a ptej se: „U kolika bitů se ti to zlomilo?“ Většina třídy najde zlom mezi 8 a 4 bity.</a:t>
            </a:r>
          </a:p>
          <a:p>
            <a:r>
              <a:t>Do tabulky patří u každé hloubky počet barev, velikost souboru a co se pokazilo. Skutečné velikosti: 24 bit 290 kB, 8 bit 123 kB, 4 bit 72 kB, 1 bit 1,8 kB.</a:t>
            </a:r>
          </a:p>
          <a:p/>
          <a:p>
            <a:r>
              <a:t>22–32 MIN · TŘI NÁVRHY NASTAVENÍ</a:t>
            </a:r>
          </a:p>
          <a:p>
            <a:r>
              <a:t>Web, tisk A4, ikona. Trvej na tom, že u každého je napsaný účel, ne jen čísla.</a:t>
            </a:r>
          </a:p>
          <a:p>
            <a:r>
              <a:t>Rozumné odpovědi: web zhruba 1600 px na delší straně a 24 bit · tisk A4 kolem 2500 × 3500 px a 24 bit · ikona 64 × 64 px, kde stačí málo barev.</a:t>
            </a:r>
          </a:p>
          <a:p/>
          <a:p>
            <a:r>
              <a:t>32–40 MIN · POROVNÁNÍ</a:t>
            </a:r>
          </a:p>
          <a:p>
            <a:r>
              <a:t>Klíčová věta hodiny: osm bitů nestačí fotografii s přechody, ale plošné grafice stačí bohatě. Ukaž to na tom, že logo v 8 bitech vypadá pořád stejně, zatímco obloha ne.</a:t>
            </a:r>
          </a:p>
          <a:p/>
          <a:p>
            <a:r>
              <a:t>VÝSTUP</a:t>
            </a:r>
          </a:p>
          <a:p>
            <a:r>
              <a:t>Tabulka čtyř barevných hloubek s pozorováním a tři návrhy nastavení se zdůvodněním.</a:t>
            </a:r>
          </a:p>
          <a:p/>
          <a:p>
            <a:r>
              <a:t>KDYŽ NENÍ ČAS</a:t>
            </a:r>
          </a:p>
          <a:p>
            <a:r>
              <a:t>Škrtni třetí návrh (ikonu). Je z těch tří nejmíň nosný a k plošné grafice se stejně vrátíš v hodině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Průběžná kontrola, zhruba 38. minuta.</a:t>
            </a:r>
          </a:p>
          <a:p/>
          <a:p>
            <a:r>
              <a:t>CO ŘEKNEŠ</a:t>
            </a:r>
          </a:p>
          <a:p>
            <a:r>
              <a:t>„Než odevzdáte, projedeme čtyři věci. Odškrtávejte si je.“ Čti body nahlas a mezi nimi nech pauzu.</a:t>
            </a:r>
          </a:p>
          <a:p/>
          <a:p>
            <a:r>
              <a:t>CO DĚLÁŠ</a:t>
            </a:r>
          </a:p>
          <a:p>
            <a:r>
              <a:t>Bod o DPI je ten, na kterém se pozná, jestli hodina zabrala. Když se u něj třída zadrhne, věnuj mu první minuty rozboru na dalším snímku.</a:t>
            </a:r>
          </a:p>
          <a:p/>
          <a:p>
            <a:r>
              <a:t>POZOR</a:t>
            </a:r>
          </a:p>
          <a:p>
            <a:r>
              <a:t>Není to známkování, je to poslední šance práci dodělat.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Společný rozbor, 40–43 minut.</a:t>
            </a:r>
          </a:p>
          <a:p/>
          <a:p>
            <a:r>
              <a:t>CO ŘEKNEŠ</a:t>
            </a:r>
          </a:p>
          <a:p>
            <a:r>
              <a:t>Vrať se k číslům na tabuli: „Na začátku jste odhadovali, kolik pixelů stačí na e-mail. Které z těch tří čísel bylo nejblíž a proč?“</a:t>
            </a:r>
          </a:p>
          <a:p>
            <a:r>
              <a:t>Rozumný závěr je zhruba 1600 až 2000 px na delší straně. Ať k němu dojde třída, ne ty.</a:t>
            </a:r>
          </a:p>
          <a:p>
            <a:r>
              <a:t>Pak nech studenty vyslovit čtyři závěry ze snímku a doplň jen to, co nezazní.</a:t>
            </a:r>
          </a:p>
          <a:p/>
          <a:p>
            <a:r>
              <a:t>OČEKÁVANÉ ZÁVĚRY</a:t>
            </a:r>
          </a:p>
          <a:p>
            <a:r>
              <a:t>Rozlišení: počet pixelů. Zmenšit lze vždy, zvětšit bez ztráty ne.</a:t>
            </a:r>
          </a:p>
          <a:p>
            <a:r>
              <a:t>Barevná hloubka: určuje počet dostupných barev. Málo barev se projeví pásy v plynulých přechodech.</a:t>
            </a:r>
          </a:p>
          <a:p>
            <a:r>
              <a:t>Podle obsahu: plošná grafika snese málo barev, fotografie s oblohou potřebuje plnou hloubku.</a:t>
            </a:r>
          </a:p>
          <a:p>
            <a:r>
              <a:t>DPI: údaj pro tisk. Pro obrazovku rozhoduje rozměr v pixelech.</a:t>
            </a:r>
          </a:p>
          <a:p/>
          <a:p>
            <a:r>
              <a:t>POZOR</a:t>
            </a:r>
          </a:p>
          <a:p>
            <a:r>
              <a:t>Hodnoť postup a zdůvodnění, ne shodu s jednou formulací.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Exit ticket, poslední dvě minuty.</a:t>
            </a:r>
          </a:p>
          <a:p/>
          <a:p>
            <a:r>
              <a:t>CO ŘEKNEŠ</a:t>
            </a:r>
          </a:p>
          <a:p>
            <a:r>
              <a:t>„Každý sám, jedna dvě věty. Proč se u fotografie oblohy objeví pásy dřív než u obrázku loga?“</a:t>
            </a:r>
          </a:p>
          <a:p/>
          <a:p>
            <a:r>
              <a:t>CO DĚLÁŠ</a:t>
            </a:r>
          </a:p>
          <a:p>
            <a:r>
              <a:t>Sbírej u dveří. Je to doklad o učení každého jednotlivce — v tabulce se dvojice kryjí, tady ne.</a:t>
            </a:r>
          </a:p>
          <a:p/>
          <a:p>
            <a:r>
              <a:t>OČEKÁVANÁ ODPOVĚĎ</a:t>
            </a:r>
          </a:p>
          <a:p>
            <a:r>
              <a:t>Obloha je plynulý přechod mnoha odstínů. Při málo barvách se sousední odstíny zaokrouhlí na tentýž a přechod se rozpadne do viditelných pásů. Logo má několik plných barev, takže mu zaokrouhlení nevadí.</a:t>
            </a:r>
          </a:p>
          <a:p>
            <a:r>
              <a:t>Uznej i odpověď postavenou na počtu barev v obrázku bez slova „zaokrouhlení“ — myšlenka je táž.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0312" cy="685800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12064" y="4572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HODINA 2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0" y="45720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200" b="1">
                <a:solidFill>
                  <a:srgbClr val="9AA8A4"/>
                </a:solidFill>
                <a:latin typeface="Calibri"/>
              </a:rPr>
              <a:t>POČÍTAČOVÁ GRAFIKA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2240280"/>
            <a:ext cx="103327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Rozlišení, barvy a barevná hloubka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4709160"/>
            <a:ext cx="81381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>
                <a:solidFill>
                  <a:srgbClr val="B9C4C0"/>
                </a:solidFill>
                <a:latin typeface="Calibri"/>
              </a:rPr>
              <a:t>Student vysvětlí, co určuje rozlišení a barevná hloubka, a odhadne, jaké nastavení stačí pro daný účel.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140696" y="4764024"/>
            <a:ext cx="1179576" cy="1179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0696" y="4983480"/>
            <a:ext cx="1179576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0696" y="5596128"/>
            <a:ext cx="1179576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CFEAE8"/>
                </a:solidFill>
                <a:latin typeface="Calibri"/>
              </a:rPr>
              <a:t>45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0–5 MIN · ÚVOD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Začni vlastním rozhodnutím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113385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>
                <a:solidFill>
                  <a:srgbClr val="0C8A83"/>
                </a:solidFill>
                <a:latin typeface="Calibri"/>
              </a:rPr>
              <a:t>Fotku 6 000 × 4 000 px máš poslat e‑mailem. Co s ní uděláš, aby prošla a přitom byla použitelná?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ODHADNI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Napiš, kolik pixelů podle tebe stačí na přílohu e‑mailu.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5968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ZDŮVODNI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5968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Podle čeho jsi to určil?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175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7211E"/>
                </a:solidFill>
                <a:latin typeface="Calibri"/>
              </a:rPr>
              <a:t>POROVNEJ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8744" y="3429000"/>
            <a:ext cx="329184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Kdo ve dvojici uvedl menší číslo a proč?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539496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5C6965"/>
                </a:solidFill>
                <a:latin typeface="Calibri"/>
              </a:rPr>
              <a:t>Nejdřív se rozhodni sám. Teprve pak porovnávej.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5–12 MIN · MINIMUM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Tři opěrné body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3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Rozlišení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Počet pixelů na šířku a výšku. Určuje, kolik detailu je v obrázku uloženo.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5968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98848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Barevná hloubka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Kolik bitů připadá na pixel. 24 bitů dá přes 16 milionů barev, 8 bitů jen 256.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664208"/>
            <a:ext cx="667512" cy="594360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21624" y="1764792"/>
            <a:ext cx="6675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523744"/>
            <a:ext cx="3282696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17211E"/>
                </a:solidFill>
                <a:latin typeface="Calibri"/>
              </a:rPr>
              <a:t>DPI a velikost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3337560"/>
            <a:ext cx="3282696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5C6965"/>
                </a:solidFill>
                <a:latin typeface="Calibri"/>
              </a:rPr>
              <a:t>DPI má smysl až při tisku. Na obrazovce rozhoduje počet pixelů, ne údaj DPI.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2" y="5468112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3192" y="5669280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Více pixelů neznamená automaticky lepší obrázek — znamená větší soubor.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12–40 MIN · PRÁCE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Hlavní počítačová aktivita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45920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OTEVŘI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627632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7211E"/>
                </a:solidFill>
                <a:latin typeface="Calibri"/>
              </a:rPr>
              <a:t>Laboratoř – barevná hloubka.html, Obrázky/hloubka_*.png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Projdi modul 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Přepínej 24, 8, 4 a 1 bit. Najdi, kde se poprvé objeví pásy v obloze.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Zapiš pozorování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 každé hloubky napiš počet barev, velikost a co se pokazilo.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7744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C8A83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6974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>
                <a:solidFill>
                  <a:srgbClr val="17211E"/>
                </a:solidFill>
                <a:latin typeface="Calibri"/>
              </a:rPr>
              <a:t>Navrhni nastavení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200400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C6965"/>
                </a:solidFill>
                <a:latin typeface="Calibri"/>
              </a:rPr>
              <a:t>Urči rozlišení a hloubku pro web, tisk A4 a ikonu.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" y="5257800"/>
            <a:ext cx="11411712" cy="27432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3192" y="54406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C45A3E"/>
                </a:solidFill>
                <a:latin typeface="Calibri"/>
              </a:rPr>
              <a:t>ODEVZDEJ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5422392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17211E"/>
                </a:solidFill>
                <a:latin typeface="Calibri"/>
              </a:rPr>
              <a:t>Tabulka čtyř barevných hloubek s pozorováním a tři návrhy nastavení se zdůvodněním.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PRŮBĚŽNÁ KONTROLA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Než práci odevzdáš, ověř čtyři věci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Umíš říct rozdíl mezi rozlišením a barevnou hloubkou.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53912" y="1783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11112" y="17830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Máš zapsáno, u které hloubky se objevily pásy v obloze.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U tří návrhů máš uvedený účel, ne jen čísla.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3912" y="31546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>
                <a:solidFill>
                  <a:srgbClr val="0C8A83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154680"/>
            <a:ext cx="51206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17211E"/>
                </a:solidFill>
                <a:latin typeface="Calibri"/>
              </a:rPr>
              <a:t>Víš, kdy má smysl mluvit o DPI a kdy 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0C8A83"/>
                </a:solidFill>
                <a:latin typeface="Calibri"/>
              </a:rPr>
              <a:t>SPOLEČNÝ ROZBOR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658368"/>
            <a:ext cx="113385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000" b="1">
                <a:solidFill>
                  <a:srgbClr val="17211E"/>
                </a:solidFill>
                <a:latin typeface="Calibri"/>
              </a:rPr>
              <a:t>Co si z hodiny odnést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1691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Rozlišení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691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Počet pixelů. Zmenšit lze vždy, zvětšit bez ztráty 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" y="2651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2834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Barevná hloubka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834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Určuje počet dostupných barev. Málo barev se projeví pásy v plynulých přechodech.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" y="3794760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3977639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Podle obsahu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977639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Plošná grafika snese málo barev. Fotografie s oblohou potřebuje plnou hloubku.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3192" y="4937759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" y="5120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C8A83"/>
                </a:solidFill>
                <a:latin typeface="Calibri"/>
              </a:rPr>
              <a:t>DPI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5120640"/>
            <a:ext cx="81381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17211E"/>
                </a:solidFill>
                <a:latin typeface="Calibri"/>
              </a:rPr>
              <a:t>Údaj pro tisk. Pro obrazovku je rozhodující rozměr v pixelech.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1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93192" y="6272784"/>
            <a:ext cx="11411712" cy="18288"/>
          </a:xfrm>
          <a:prstGeom prst="rect">
            <a:avLst/>
          </a:prstGeom>
          <a:solidFill>
            <a:srgbClr val="DCD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93192" y="6382512"/>
            <a:ext cx="6400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5C6965"/>
                </a:solidFill>
                <a:latin typeface="Calibri"/>
              </a:rPr>
              <a:t>POČÍTAČOVÁ GRAFIKA A PRÁCE S MULTIMÉDII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63825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>
                <a:solidFill>
                  <a:srgbClr val="5C6965"/>
                </a:solidFill>
                <a:latin typeface="Calibri"/>
              </a:rPr>
              <a:t>HODINA 2  / 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" y="3200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>
                <a:solidFill>
                  <a:srgbClr val="7FD6CF"/>
                </a:solidFill>
                <a:latin typeface="Calibri"/>
              </a:rPr>
              <a:t>EXIT TICKET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1371600"/>
            <a:ext cx="107899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FFFF"/>
                </a:solidFill>
                <a:latin typeface="Calibri"/>
              </a:rPr>
              <a:t>Proč se u fotografie oblohy objeví pásy dřív než u obrázku loga?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420624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0">
                <a:solidFill>
                  <a:srgbClr val="B9C4C0"/>
                </a:solidFill>
                <a:latin typeface="Calibri"/>
              </a:rPr>
              <a:t>Odpověz jednou nebo dvěma větami vlastními slovy.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" y="5029200"/>
            <a:ext cx="2011680" cy="36576"/>
          </a:xfrm>
          <a:prstGeom prst="rect">
            <a:avLst/>
          </a:prstGeom>
          <a:solidFill>
            <a:srgbClr val="0C8A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52578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>
                <a:solidFill>
                  <a:srgbClr val="9AA8A4"/>
                </a:solidFill>
                <a:latin typeface="Calibri"/>
              </a:rPr>
              <a:t>Obloha obsahuje plynulý přechod mnoha odstínů; při málo barvách se přechod zaokrouhlí do viditelných pásů.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/>
  <dc:subject/>
  <dc:creator>Karel Hlas</dc:creator>
  <cp:keywords/>
  <dc:description/>
  <cp:lastModifiedBy>Karel Hlas</cp:lastModifiedBy>
  <cp:revision>1</cp:revision>
  <dcterms:created xsi:type="dcterms:W3CDTF">2026-07-24T00:00:00Z</dcterms:created>
  <dcterms:modified xsi:type="dcterms:W3CDTF">2026-07-24T00:00:00Z</dcterms:modified>
  <cp:category/>
</cp:coreProperties>
</file>