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vysvětlí, co určuje rozlišení a barevná hloubka, a odhadne, jaké nastavení stačí pro daný účel.</a:t>
            </a:r>
          </a:p>
          <a:p>
            <a:r>
              <a:t>Soubory: 01. Laboratoř grafiky.html (modul 04), obrazky/hloubka_*.png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Fotku 6 000 × 4 000 px máš poslat e‑mailem. Co s ní uděláš, aby prošla a přitom byla použitelná?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Rozlišení · Barevná hloubka · DPI a velikost</a:t>
            </a:r>
          </a:p>
          <a:p>
            <a:r>
              <a:t>Více pixelů neznamená automaticky lepší obrázek — znamená větší soubor.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01. Laboratoř grafiky.html (modul 04), obrazky/hloubka_*.png</a:t>
            </a:r>
          </a:p>
          <a:p>
            <a:r>
              <a:t>12–22 min – modul 04, pozor na to, že pásy jsou nejlépe vidět na obloze a na slunci.</a:t>
            </a:r>
          </a:p>
          <a:p>
            <a:r>
              <a:t>22–32 min – tři návrhy nastavení.</a:t>
            </a:r>
          </a:p>
          <a:p>
            <a:r>
              <a:t>32–40 min – porovnání; upozorni, že 8 bitů u fotografie s přechody nestačí, u plošné grafiky ano.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Umíš říct rozdíl mezi rozlišením a barevnou hloubkou.</a:t>
            </a:r>
          </a:p>
          <a:p>
            <a:r>
              <a:t>• Máš zapsáno, u které hloubky se objevily pásy v obloze.</a:t>
            </a:r>
          </a:p>
          <a:p>
            <a:r>
              <a:t>• U tří návrhů máš uvedený účel, ne jen čísla.</a:t>
            </a:r>
          </a:p>
          <a:p>
            <a:r>
              <a:t>• Víš, kdy má smysl mluvit o DPI a kdy 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Rozlišení: Počet pixelů. Zmenšit lze vždy, zvětšit bez ztráty ne.</a:t>
            </a:r>
          </a:p>
          <a:p>
            <a:r>
              <a:t>Barevná hloubka: Určuje počet dostupných barev. Málo barev se projeví pásy v plynulých přechodech.</a:t>
            </a:r>
          </a:p>
          <a:p>
            <a:r>
              <a:t>Podle obsahu: Plošná grafika snese málo barev. Fotografie s oblohou potřebuje plnou hloubku.</a:t>
            </a:r>
          </a:p>
          <a:p>
            <a:r>
              <a:t>DPI: Údaj pro tisk. Pro obrazovku je rozhodující rozměr v pixelech.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Proč se u fotografie oblohy objeví pásy dřív než u obrázku loga?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Obloha obsahuje plynulý přechod mnoha odstínů; při málo barvách se přechod zaokrouhlí do viditelných pásů.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Rozlišení, barvy a barevná hloubka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vysvětlí, co určuje rozlišení a barevná hloubka, a odhadne, jaké nastavení stačí pro daný účel.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Fotku 6 000 × 4 000 px máš poslat e‑mailem. Co s ní uděláš, aby prošla a přitom byla použitelná?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kolik pixelů podle tebe stačí na přílohu e‑mailu.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ZDŮVODNI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Podle čeho jsi to určil?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ve dvojici uvedl menší číslo a proč?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Rozlišení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pixelů na šířku a výšku. Určuje, kolik detailu je v obrázku uloženo.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Barevná hloubka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Kolik bitů připadá na pixel. 24 bitů dá přes 16 milionů barev, 8 bitů jen 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DPI a velikost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DPI má smysl až při tisku. Na obrazovce rozhoduje počet pixelů, ne údaj DPI.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Více pixelů neznamená automaticky lepší obrázek — znamená větší soubor.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01. Laboratoř grafiky.html (modul 04), obrazky/hloubka_*.png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Projdi modul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24, 8, 4 a 1 bit. Najdi, kde se poprvé objeví pásy v obloze.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Zapiš pozorování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 hloubky napiš počet barev, velikost a co se pokazilo.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Navrhni nastavení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Urči rozlišení a hloubku pro web, tisk A4 a ikonu.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Tabulka čtyř barevných hloubek s pozorováním a tři návrhy nastavení se zdůvodněním.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 rozdíl mezi rozlišením a barevnou hloubkou.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zapsáno, u které hloubky se objevily pásy v obloze.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tří návrhů máš uvedený účel, ne jen čísla.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kdy má smysl mluvit o DPI a kdy 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Počet pixelů. Zmenšit lze vždy, zvětšit bez ztráty 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Barevná hloubka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Určuje počet dostupných barev. Málo barev se projeví pásy v plynulých přechodech.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Podle obsahu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Plošná grafika snese málo barev. Fotografie s oblohou potřebuje plnou hloubku.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Údaj pro tisk. Pro obrazovku je rozhodující rozměr v pixelech.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Proč se u fotografie oblohy objeví pásy dřív než u obrázku loga?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Obloha obsahuje plynulý přechod mnoha odstínů; při málo barvách se přechod zaokrouhlí do viditelných pásů.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