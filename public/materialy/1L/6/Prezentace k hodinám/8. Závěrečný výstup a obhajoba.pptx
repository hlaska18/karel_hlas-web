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NEŽ ZAZVONÍ</a:t>
            </a:r>
          </a:p>
          <a:p>
            <a:r>
              <a:t>Zpřístupni nástroje z hodin 4, 5 a 7 — student si vybere sám podle varianty a nesmí na to narazit až v hodině.</a:t>
            </a:r>
          </a:p>
          <a:p>
            <a:r>
              <a:t>Rozdej Závěrečný výstup.txt s rubrikou. Studenti ji musí mít před sebou od první minuty, protože se podle ní bude hodnotit.</a:t>
            </a:r>
          </a:p>
          <a:p/>
          <a:p>
            <a:r>
              <a:t>TOHLE JE JINÁ HODINA NEŽ PŘEDCHOZÍCH SEDM</a:t>
            </a:r>
          </a:p>
          <a:p>
            <a:r>
              <a:t>Nic nového se neučí. Ty jsi tu jako konzultant, ne jako vykladač — obcházej a ptej se na důvody, neopravuj výsledky.</a:t>
            </a:r>
          </a:p>
          <a:p>
            <a:r>
              <a:t>Počítej s tím, že 45 minut je málo. Když je to jen trochu možné, dej na závěrečný výstup dvě hodiny; obhajoby se pak vejdou v klidu.</a:t>
            </a:r>
          </a:p>
          <a:p/>
          <a:p>
            <a:r>
              <a:t>CÍL HODINY</a:t>
            </a:r>
          </a:p>
          <a:p>
            <a:r>
              <a:t>Student propojí dovednosti z celého bloku do jednoho výstupu, doloží svá rozhodnutí a obhájí je.</a:t>
            </a:r>
          </a:p>
          <a:p/>
          <a:p>
            <a:r>
              <a:t>VÝSTUP, KTERÝ VYBÍRÁŠ</a:t>
            </a:r>
          </a:p>
          <a:p>
            <a:r>
              <a:t>Hotový výstup, vyplněný technický list a tři věty obhajoby.</a:t>
            </a:r>
          </a:p>
          <a:p/>
          <a:p>
            <a:r>
              <a:t>ROZVRŽENÍ</a:t>
            </a:r>
          </a:p>
          <a:p>
            <a:r>
              <a:t>5 min volba a plán · 7 min kritéria · 22 min tvorba · 8 min obhajoby · 3 min shrnutí bloku.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/>
          <a:p>
            <a:r>
              <a:t>CO ŘEKNEŠ</a:t>
            </a:r>
          </a:p>
          <a:p>
            <a:r>
              <a:t>„Dneska nic nového. Vyberete si jednu ze tří variant a ukážete, co umíte. A než začnete: co na vašem výstupu pozná někdo, kdo neví nic o tom, jak vznikal?“</a:t>
            </a:r>
          </a:p>
          <a:p>
            <a:r>
              <a:t>„Napište si plán. Co uděláte, v jakém nástroji a v jakém formátu to uložíte. Tři řádky stačí.“</a:t>
            </a:r>
          </a:p>
          <a:p/>
          <a:p>
            <a:r>
              <a:t>CO DĚLÁŠ</a:t>
            </a:r>
          </a:p>
          <a:p>
            <a:r>
              <a:t>Trvej na tom, aby plán vznikl dřív než první klik. Kdo začne dřív, skončí u výstupu bez formátu a bez zdůvodnění.</a:t>
            </a:r>
          </a:p>
          <a:p>
            <a:r>
              <a:t>Ať si každý přečte rubriku ještě před začátkem. Většina bodů se ztrácí na technickém listu, ne na vzhledu, a to je potřeba vědět předem.</a:t>
            </a:r>
          </a:p>
          <a:p/>
          <a:p>
            <a:r>
              <a:t>POZOR</a:t>
            </a:r>
          </a:p>
          <a:p>
            <a:r>
              <a:t>Nedoporučuj variantu. Volba je součástí hodnocení — ukazuje, jestli student ví, co zvládne.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 Spíš připomenutí než výklad.</a:t>
            </a:r>
          </a:p>
          <a:p/>
          <a:p>
            <a:r>
              <a:t>CO ŘEKNEŠ</a:t>
            </a:r>
          </a:p>
          <a:p>
            <a:r>
              <a:t>K bodu 01: „Rastr, vektor nebo sazba. Rozhoduje, co je uvnitř. Fotka rastrově, značka vektorově, plakát obojí dohromady — a to je normální kombinace, ne kompromis.“</a:t>
            </a:r>
          </a:p>
          <a:p>
            <a:r>
              <a:t>K bodu 02: „Formát a rozlišení podle toho, kde to skončí. Na web něco jiného než do tiskárny. Tohle jsme dělali v hodinách 3 a 4 a teď se to bude počítat.“</a:t>
            </a:r>
          </a:p>
          <a:p>
            <a:r>
              <a:t>K bodu 03: „A poslední: ke každému rozhodnutí patří důvod. Nestačí, že to tak je. Musíte umět říct proč.“</a:t>
            </a:r>
          </a:p>
          <a:p>
            <a:r>
              <a:t>Závěr: „Hodnotí se výsledek, postup i zdůvodnění. Všechny tři.“</a:t>
            </a:r>
          </a:p>
          <a:p/>
          <a:p>
            <a:r>
              <a:t>CO DĚLÁŠ</a:t>
            </a:r>
          </a:p>
          <a:p>
            <a:r>
              <a:t>Projdi rubriku bod po bodu a u každého řekni, jak vypadá plný počet bodů. Pět minut tady ušetří dvacet dohadování při hodnocení.</a:t>
            </a:r>
          </a:p>
          <a:p/>
          <a:p>
            <a:r>
              <a:t>POZOR</a:t>
            </a:r>
          </a:p>
          <a:p>
            <a:r>
              <a:t>Nepředváděj nástroje znovu. Kdo je neovládá, doučí se to od spolužáka rychleji než z projekce.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 Nejnabitější část celého bloku, hlídej hodiny.</a:t>
            </a:r>
          </a:p>
          <a:p/>
          <a:p>
            <a:r>
              <a:t>12–34 MIN · SAMOSTATNÁ PRÁCE</a:t>
            </a:r>
          </a:p>
          <a:p>
            <a:r>
              <a:t>Obcházej a ptej se na důvody, ne na postup: „Proč PNG a ne JPEG?“ „Proč tenhle rozměr?“ Odpověď „nevím, přišlo mi to“ je signál, že se student má vrátit k technickému listu.</a:t>
            </a:r>
          </a:p>
          <a:p>
            <a:r>
              <a:t>Technický list ať vyplňují průběžně, ne na konci. Rozměry a velikosti souborů se na konci hodiny nikomu dohledávat nechce a je to nejčastější ztráta bodů.</a:t>
            </a:r>
          </a:p>
          <a:p>
            <a:r>
              <a:t>Ve 30. minutě řekni nahlas: „Za čtyři minuty končí tvorba. Kdo ještě nemá technický list, nechte výstup být a doplňte list.“</a:t>
            </a:r>
          </a:p>
          <a:p/>
          <a:p>
            <a:r>
              <a:t>34–42 MIN · OBHAJOBY</a:t>
            </a:r>
          </a:p>
          <a:p>
            <a:r>
              <a:t>Šedesát sekund na studenta a měř to. Tři věty: co jsem zvolil, proč, co bych udělal jinak.</a:t>
            </a:r>
          </a:p>
          <a:p>
            <a:r>
              <a:t>Při dvaceti studentech se všichni nevejdou. Vyber osm až deset tak, aby zazněly všechny tři varianty, ostatní odevzdají obhajobu písemně.</a:t>
            </a:r>
          </a:p>
          <a:p>
            <a:r>
              <a:t>Neptej se po každé obhajobě třídy na názor, nezbyde čas. Řekni jednu větu ty a jdi dál.</a:t>
            </a:r>
          </a:p>
          <a:p/>
          <a:p>
            <a:r>
              <a:t>42–45 MIN · SHRNUTÍ BLOKU</a:t>
            </a:r>
          </a:p>
          <a:p>
            <a:r>
              <a:t>Vrať se k první hodině: „Začínali jsme otázkou, jaký soubor si vyžádáte od grafika na logo na plachtu. Kdo by to dneska zdůvodnil jinak?“</a:t>
            </a:r>
          </a:p>
          <a:p/>
          <a:p>
            <a:r>
              <a:t>VÝSTUP</a:t>
            </a:r>
          </a:p>
          <a:p>
            <a:r>
              <a:t>Hotový výstup, vyplněný technický list a tři věty obhajoby.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kontrola, zhruba 32. minuta — dřív než v ostatních hodinách, ať zbude čas na obhajoby.</a:t>
            </a:r>
          </a:p>
          <a:p/>
          <a:p>
            <a:r>
              <a:t>CO ŘEKNEŠ</a:t>
            </a:r>
          </a:p>
          <a:p>
            <a:r>
              <a:t>„Než odevzdáte, projedeme čtyři věci. Odškrtávejte si je.“ Čti body nahlas a mezi nimi nech pauzu.</a:t>
            </a:r>
          </a:p>
          <a:p/>
          <a:p>
            <a:r>
              <a:t>CO DĚLÁŠ</a:t>
            </a:r>
          </a:p>
          <a:p>
            <a:r>
              <a:t>Druhý a třetí bod jsou ty, kde se ztrácí nejvíc bodů. Řekni to nahlas — je fér, aby to věděli, než odevzdají.</a:t>
            </a:r>
          </a:p>
          <a:p/>
          <a:p>
            <a:r>
              <a:t>POZOR</a:t>
            </a:r>
          </a:p>
          <a:p>
            <a:r>
              <a:t>Není to známkování, je to poslední šance práci dodělat.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rozbor, 42–45 minut. Zároveň závěr celého osmihodinového bloku.</a:t>
            </a:r>
          </a:p>
          <a:p/>
          <a:p>
            <a:r>
              <a:t>CO ŘEKNEŠ</a:t>
            </a:r>
          </a:p>
          <a:p>
            <a:r>
              <a:t>„Osm hodin zpátky jsme začali otázkou, jaký soubor si vyžádáte od grafika na logo, které jde na vizitku i na plachtu. Kdo by to dneska zdůvodnil jinak než tehdy?“</a:t>
            </a:r>
          </a:p>
          <a:p>
            <a:r>
              <a:t>Pak nech studenty vyslovit čtyři závěry ze snímku a doplň jen to, co nezazní.</a:t>
            </a:r>
          </a:p>
          <a:p/>
          <a:p>
            <a:r>
              <a:t>OČEKÁVANÉ ZÁVĚRY</a:t>
            </a:r>
          </a:p>
          <a:p>
            <a:r>
              <a:t>Formát a účel: volba formátu vychází z toho, kde bude výstup použit.</a:t>
            </a:r>
          </a:p>
          <a:p>
            <a:r>
              <a:t>Rastr a vektor: značka vektorově, fotografie rastrově, kombinace je běžná.</a:t>
            </a:r>
          </a:p>
          <a:p>
            <a:r>
              <a:t>Poctivost dat: pokud výstup obsahuje čísla, patří k nim zdroj a omezení.</a:t>
            </a:r>
          </a:p>
          <a:p>
            <a:r>
              <a:t>Doložení postupu: schopnost zdůvodnit volbu je stejně důležitá jako výsledek.</a:t>
            </a:r>
          </a:p>
          <a:p/>
          <a:p>
            <a:r>
              <a:t>POZOR</a:t>
            </a:r>
          </a:p>
          <a:p>
            <a:r>
              <a:t>Hodnoť postup a zdůvodnění, ne shodu s jednou formulací. U závěrečného výstupu to platí dvojnásob — student s průměrným plakátem a přesným technickým listem umí víc než ten s efektním plakátem a prázdným listem.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ticket, poslední dvě minuty. Zároveň poslední lístek celého bloku.</a:t>
            </a:r>
          </a:p>
          <a:p/>
          <a:p>
            <a:r>
              <a:t>CO ŘEKNEŠ</a:t>
            </a:r>
          </a:p>
          <a:p>
            <a:r>
              <a:t>„Poslední úkol za osm hodin. Napište tři vlastní zásady pro práci s grafikou, které si odsud odnášíte. Vlastní znamená vaše, ne opsané ze snímku.“</a:t>
            </a:r>
          </a:p>
          <a:p/>
          <a:p>
            <a:r>
              <a:t>CO DĚLÁŠ</a:t>
            </a:r>
          </a:p>
          <a:p>
            <a:r>
              <a:t>Sbírej u dveří a přečti si je. Je to nejlepší zpětná vazba, jakou k celému bloku dostaneš: co zaznělo osmkrát, to opravdu prošlo, a co nezazní vůbec, se příště musí učit jinak.</a:t>
            </a:r>
          </a:p>
          <a:p>
            <a:r>
              <a:t>Stojí za to tři čtyři nejlepší zásady vyvěsit v učebně pro příští ročník.</a:t>
            </a:r>
          </a:p>
          <a:p/>
          <a:p>
            <a:r>
              <a:t>OČEKÁVANÁ ODPOVĚĎ</a:t>
            </a:r>
          </a:p>
          <a:p>
            <a:r>
              <a:t>Konkrétní a použitelné zásady: „originál nikdy nepřepisuj“, „osa od nuly“, „co nefunguje v 16 px, není ikona“, „formát se vybírá podle obsahu, ne podle zvyku“.</a:t>
            </a:r>
          </a:p>
          <a:p>
            <a:r>
              <a:t>Obecné fráze typu „grafika musí být hezká“ vrať s otázkou: podle čeho to poznáš?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Závěrečný výstup a obhajoba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propojí dovednosti z celého bloku do jednoho výstupu, doloží svá rozhodnutí a obhájí je.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Co na tvém výstupu pozná někdo, kdo neví nic o tom, jak vznikal?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VYBER VARIANTU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A plakát, B značka a karta, nebo C infografika.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NAPLÁNUJ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Napiš, co uděláš v jakém nástroji a v jakém formátu uložíš.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KRITÉRIA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Přečti si rubriku dřív, než začneš.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nástroje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Rastr, vektor nebo sazba — podle toho, co výstup obsahuje.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Volba formátu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a rozlišení podle toho, kde bude výstup zveřejněn.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Doložení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Ke každému rozhodnutí patří důvod, ne jen výsledek.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Hodnotí se výsledek, postup i zdůvodnění.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Závěrečný výstup.txt, nástroje z hodin 4, 5 a 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Tvorba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Zpracuj vybranou variantu podle povinných prvků v zadání.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Technický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Zapiš rozměry, formáty, velikosti souborů a použité nástroje.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Obhajoba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Připrav tři věty: co jsi zvolil, proč a co bys udělal jinak.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Hotový výstup, vyplněný technický list a tři věty obhajoby.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Výstup splňuje všechny povinné prvky zadání.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Technický list obsahuje rozměry, formáty i velikosti.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 volby formátu máš uvedený důvod.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Máš připravené tři věty obhajoby.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 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Formát a účel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Volba formátu vychází z toho, kde bude výstup použit.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Rastr a vektor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Značka vektorově, fotografie rastrově; kombinace je běžná.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Poctivost dat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Pokud výstup obsahuje čísla, patří k nim zdroj a omezení.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Doložení postupu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Schopnost zdůvodnit volbu je stejně důležitá jako výsledek.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 PRÁCE S 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8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Napiš tři vlastní zásady pro práci s grafikou, které si z tohoto bloku odnášíš.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Očekávají se konkrétní a použitelné zásady, ne obecné fráze.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subject/>
  <dc:creator>Karel Hlas</dc:creator>
  <cp:keywords/>
  <dc:description/>
  <cp:lastModifiedBy>Karel Hlas</cp:lastModifiedBy>
  <cp:revision>1</cp:revision>
  <dcterms:created xsi:type="dcterms:W3CDTF">2026-07-24T00:00:00Z</dcterms:created>
  <dcterms:modified xsi:type="dcterms:W3CDTF">2026-07-24T00:00:00Z</dcterms:modified>
  <cp:category/>
</cp:coreProperties>
</file>