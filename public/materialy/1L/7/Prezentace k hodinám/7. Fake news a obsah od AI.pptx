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 důkaz v realistickém sociálním příspěvku a navrhne ověření fotografie bez ukvapeného závěru.</a:t>
            </a:r>
          </a:p>
          <a:p xmlns:a="http://schemas.openxmlformats.org/drawingml/2006/main">
            <a:r>
              <a:t>Soubory: Neověřený příspěvek.html z balíčku V2, digitální pracovní sešit</a:t>
            </a:r>
          </a:p>
          <a:p xmlns:a="http://schemas.openxmlformats.org/drawingml/2006/main">
            <a:r>
              <a:t>Výstup: Barevná analýza příspěvku, ověřovací postup a neutrální přepis.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 první rozhodnutí bez komentáře spolužáků.</a:t>
            </a:r>
          </a:p>
          <a:p xmlns:a="http://schemas.openxmlformats.org/drawingml/2006/main">
            <a:r>
              <a:t>Otázka pro studenty: Co fotografie skutečně dokazuje — a co doplnil popisek?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Odděl, co příspěvek tvrdí, čím to dokládá a k čemu vyzývá.</a:t>
            </a:r>
          </a:p>
          <a:p xmlns:a="http://schemas.openxmlformats.org/drawingml/2006/main">
            <a:r>
              <a:t>Klíčové závěry: Emoční tlak: Výrazy okamžitě, celý měsíc, média mlčí a 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Neověřený příspěvek.html z balíčku V2, digitální pracovní sešit</a:t>
            </a:r>
          </a:p>
          <a:p xmlns:a="http://schemas.openxmlformats.org/drawingml/2006/main">
            <a:r>
              <a:t>12–25 min – Barevná analýza: Dvojice zvýrazní text a vysvětlí, proč fotografie sama tvrzení nepotvrzuje.</a:t>
            </a:r>
          </a:p>
          <a:p xmlns:a="http://schemas.openxmlformats.org/drawingml/2006/main">
            <a:r>
              <a:t>25–34 min – Plán ověření: Vyžaduj původ snímku, datum, vyjádření školy/jídelny a nezávislý zdroj.</a:t>
            </a:r>
          </a:p>
          <a:p xmlns:a="http://schemas.openxmlformats.org/drawingml/2006/main">
            <a:r>
              <a:t>34–38 min – AI a multimédia: Učte kontrolu původu a kontextu, ne seznam údajných vizuálních vad.</a:t>
            </a:r>
          </a:p>
          <a:p xmlns:a="http://schemas.openxmlformats.org/drawingml/2006/main">
            <a:r>
              <a:t>38–42 min – Neutrální přepis: Bez nátlaku na sdílení a s jasným označením nejistoty.</a:t>
            </a:r>
          </a:p>
          <a:p xmlns:a="http://schemas.openxmlformats.org/drawingml/2006/main">
            <a:r>
              <a:t>Požadovaný výstup: Barevná analýza příspěvku, ověřovací postup a neutrální přepis.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 uvede dva nezávislé kroky ověření.</a:t>
            </a:r>
          </a:p>
          <a:p xmlns:a="http://schemas.openxmlformats.org/drawingml/2006/main">
            <a:r>
              <a:t>Vodicí otázky: Co přesně fotografie ukazuje a 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 rozsahu nejvýše 300 znaků.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 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 nezávislé potvrzení; vizuální zvláštnost není sama o sobě důkaz. | Přepis: Na sociální síti se šíří neověřené tvrzení; původ fotografie ani údajné svědectví zatím nejsou doložené a informaci je třeba ověřit.</a:t>
            </a:r>
          </a:p>
          <a:p xmlns:a="http://schemas.openxmlformats.org/drawingml/2006/main">
            <a:r>
              <a:t>Časté chyby a intervence: „Fotografie je důkaz, protože vypadá reálně.“ → Realističnost neprokazuje místo, datum ani souvislost s tvrzením. | „Je to určitě AI.“ → Bez podkladů nepřidávej nové tvrzení; zaměř se na dohledatelný původ a kontext. | „Dezinformace je každá nepravda.“ → Záměr bývá obtížné prokázat; používej přesné termíny neověřené, zavádějící nebo nepravdivé tvrzení.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 rozsahu nejvýše 300 znaků.</a:t>
            </a:r>
          </a:p>
          <a:p xmlns:a="http://schemas.openxmlformats.org/drawingml/2006/main">
            <a:r>
              <a:t>Když technika selže: Ukázka je offline; pokud nefunguje HTML, použij text a popis fotografie v 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 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 důkaz v realistickém sociálním příspěvku a 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 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 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 tlak na okamžité sdílení jsou signál k 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 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 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Neověřený příspěvek.html ze složky Podklady k 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 akci a 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 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 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 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 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 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 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 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