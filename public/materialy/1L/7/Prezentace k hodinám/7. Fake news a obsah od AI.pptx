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7. Neověřený příspěvek.html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7. Neověřený příspěvek.html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 nové tvrzení; zaměř se na dohledatelný původ a kontext. | „Dezinformace je každá nepravda.“ → Záměr bývá obtížné prokázat; používej přesné termíny neověřené, zavádějící nebo nepravdivé tvrzení.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 text a popis fotografie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7. Neověřený příspěvek.html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2026-07-24T13:43:37.9090000Z</dcterms:created>
  <dcterms:modified xsi:type="dcterms:W3CDTF">2026-07-24T13:43:37.9090000Z</dcterms:modified>
</coreProperties>
</file>