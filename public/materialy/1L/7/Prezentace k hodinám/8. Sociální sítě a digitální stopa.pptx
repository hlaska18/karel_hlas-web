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8. Profil 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8. Profil 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 diskusi k návrhu bezpečnějšího sdílení; cílem není hodnotit osobu. | „Řešením je nic nesdílet.“ → Hledej přiměřená opatření: publikum, načasování, ořez, odstranění identifikátorů a souhlas ostatních. | Skupina analyzuje skutečný profil. → Okamžitě se vrať k fiktivnímu podkladu; nepodporuj dohledávání spolužáků.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 skupinám vždy tři konkrétní dlaždice profilu a nech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 seznam příspěvků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8. Profil Alex.html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