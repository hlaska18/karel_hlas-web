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 veřejného profilu, určí riziko a navrhne konkrétní omezení sdílení.</a:t>
            </a:r>
          </a:p>
          <a:p xmlns:a="http://schemas.openxmlformats.org/drawingml/2006/main">
            <a:r>
              <a:t>Soubory: Profil Alex.html z balíčku V2, digitální pracovní sešit</a:t>
            </a:r>
          </a:p>
          <a:p xmlns:a="http://schemas.openxmlformats.org/drawingml/2006/main">
            <a:r>
              <a:t>Výstup: Tabulka zjištění–podklad–riziko–doporučení a soukromý osobní audit.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 pasivní stopa.</a:t>
            </a:r>
          </a:p>
          <a:p xmlns:a="http://schemas.openxmlformats.org/drawingml/2006/main">
            <a:r>
              <a:t>Postup učitele: Uveď jeden příklad vědomého příspěvku a jednoho automatického záznamu.</a:t>
            </a:r>
          </a:p>
          <a:p xmlns:a="http://schemas.openxmlformats.org/drawingml/2006/main">
            <a:r>
              <a:t>Otázka pro studenty: Co o Alexovi zjistíš, když spojíš několik běžných příspěvků?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Profil Alex.html z 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 doporučení: Požaduj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 soukromý osobní audit.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 kombinace příspěvků a 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 přitom snížit množství zveřejněných informací?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 | Datum narození: Dort s číslem 16 a datum příspěvku umožňují odvodit část data narození. | Zařízení: Krabice notebooku nebo čitelný identifikátor může usnadnit cílený podvod či reklamaci. | Další osoby: Skupinová fotografie může zveřejnit podobu, místo a sociální vazby lidí, kteří s tím nepočítali.</a:t>
            </a:r>
          </a:p>
          <a:p xmlns:a="http://schemas.openxmlformats.org/drawingml/2006/main">
            <a:r>
              <a:t>Časté chyby a intervence: Student zesměšňuje profil. → Vrať diskusi k návrhu bezpečnějšího sdílení; cílem není hodnotit osobu. | „Řešením je nic nesdílet.“ → Hledej přiměřená opatření: publikum, načasování, ořez, odstranění identifikátorů a souhlas ostatních. | Skupina analyzuje skutečný profil. → Okamžitě se vrať k fiktivnímu podkladu; nepodporuj dohledávání spolužáků.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 prohlížečem použij seznam příspěvků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 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 veřejného profilu, určí riziko a 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 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 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 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21–43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Profil Alex.html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 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 kombinace příspěvků a 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 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 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 fotografie z 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 ranní cesta ukazují rutinu a 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 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 kombinaci s příspěvkem o 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 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2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