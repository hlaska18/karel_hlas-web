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 navrhne bezpečnou obnovu účtu.</a:t>
            </a:r>
          </a:p>
          <a:p xmlns:a="http://schemas.openxmlformats.org/drawingml/2006/main">
            <a:r>
              <a:t>Soubory: Digitální pracovní sešit, 2. Účty a faktory ověření.csv</a:t>
            </a:r>
          </a:p>
          <a:p xmlns:a="http://schemas.openxmlformats.org/drawingml/2006/main">
            <a:r>
              <a:t>Výstup: Model ochrany školního e-mailu, sociální sítě a herního účtu.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 ohrožení?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 správce hesel.</a:t>
            </a:r>
          </a:p>
          <a:p xmlns:a="http://schemas.openxmlformats.org/drawingml/2006/main">
            <a:r>
              <a:t>Postup učitele: Zdůrazni délku, jedinečnost a nepředvídatelnost.</a:t>
            </a:r>
          </a:p>
          <a:p xmlns:a="http://schemas.openxmlformats.org/drawingml/2006/main">
            <a:r>
              <a:t>Klíčové závěry: Silné heslo: Je dlouhé, unikátní a nepředvídatelné; nesmí být známým citátem ani osobním údajem. | Správce hesel: Pomáhá vytvářet a ukládat odlišná hesla; hlavní účet správce musí být dobře chráněn. | Faktor znám: Heslo a PIN.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2. Účty a faktory ověření.csv</a:t>
            </a:r>
          </a:p>
          <a:p xmlns:a="http://schemas.openxmlformats.org/drawingml/2006/main">
            <a:r>
              <a:t>12–22 min – Posouzení modelových hesel: Nehodnoť heslo pouze podle přítomnosti speciálního znaku.</a:t>
            </a:r>
          </a:p>
          <a:p xmlns:a="http://schemas.openxmlformats.org/drawingml/2006/main">
            <a:r>
              <a:t>22–32 min – Třídění faktorů v CSV: Dvojice přiřazují znám–mám–jsem a obhajují sporné příklady.</a:t>
            </a:r>
          </a:p>
          <a:p xmlns:a="http://schemas.openxmlformats.org/drawingml/2006/main">
            <a:r>
              <a:t>32–41 min – Návrh ochrany tří účtů: Požaduj přihlášení, druhý faktor i způsob obnovy.</a:t>
            </a:r>
          </a:p>
          <a:p xmlns:a="http://schemas.openxmlformats.org/drawingml/2006/main">
            <a:r>
              <a:t>Požadovaný výstup: Model ochrany školního e-mailu, sociální sítě a herního účtu.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 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 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 nepředvídatelné; nesmí být známým citátem ani osobním údajem. | Správce hesel: Pomáhá vytvářet a ukládat odlišná hesla; hlavní účet správce musí být dobře chráněn. | Faktor znám: Heslo a PIN. | Faktor mám: Telefon s autentizační aplikací, bezpečnostní klíč nebo jiné držené zařízení. | Faktor jsem: Otisk prstu nebo jiná biometrie. | Obnova: Záložní kódy uložené odděleně, aktuální obnovovací údaje a známý postup poskytovatele.</a:t>
            </a:r>
          </a:p>
          <a:p xmlns:a="http://schemas.openxmlformats.org/drawingml/2006/main">
            <a:r>
              <a:t>Časté chyby a 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 napiš, ke kterým dvěma faktorům patří.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Když technika selže: CSV lze nahradit tříděním příkladů přímo v tabulce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 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 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 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 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 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2. Účty a faktory ověření.csv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 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 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e-mailu, sociální sítě a hry doplň heslo, druhý faktor i 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 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 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 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 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 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 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 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2026-07-24T13:43:32.3030000Z</dcterms:created>
  <dcterms:modified xsi:type="dcterms:W3CDTF">2026-07-24T13:43:32.3030000Z</dcterms:modified>
</coreProperties>
</file>